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handoutMasterIdLst>
    <p:handoutMasterId r:id="rId3"/>
  </p:handoutMasterIdLst>
  <p:sldIdLst>
    <p:sldId id="259" r:id="rId2"/>
  </p:sldIdLst>
  <p:sldSz cx="32918400" cy="21945600"/>
  <p:notesSz cx="7004050" cy="9290050"/>
  <p:defaultTextStyle>
    <a:defPPr>
      <a:defRPr lang="en-US"/>
    </a:defPPr>
    <a:lvl1pPr marL="0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1pPr>
    <a:lvl2pPr marL="1175304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2pPr>
    <a:lvl3pPr marL="2350606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3pPr>
    <a:lvl4pPr marL="3525911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4pPr>
    <a:lvl5pPr marL="4701214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5pPr>
    <a:lvl6pPr marL="5876517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6pPr>
    <a:lvl7pPr marL="7051819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7pPr>
    <a:lvl8pPr marL="8227124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8pPr>
    <a:lvl9pPr marL="9402428" algn="l" defTabSz="2350606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6">
          <p15:clr>
            <a:srgbClr val="A4A3A4"/>
          </p15:clr>
        </p15:guide>
        <p15:guide id="2" pos="220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B92"/>
    <a:srgbClr val="D5973E"/>
    <a:srgbClr val="808080"/>
    <a:srgbClr val="FFE599"/>
    <a:srgbClr val="18426F"/>
    <a:srgbClr val="F2F2ED"/>
    <a:srgbClr val="CCD3D3"/>
    <a:srgbClr val="073763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305DB-F931-A34E-C6C6-784F5C1312D4}" v="136" dt="2025-12-01T01:59:58.710"/>
    <p1510:client id="{0EB7913E-0914-222C-A1E3-3329ABF5041D}" v="2" dt="2025-12-01T23:30:14.313"/>
    <p1510:client id="{6D1FAE96-F802-7096-2BED-39C46A22EBF6}" v="9" dt="2025-12-01T01:11:23.015"/>
    <p1510:client id="{79772ADA-E6C4-825C-1FB2-9DF4E1EBE64F}" v="907" dt="2025-12-01T02:26:03.504"/>
    <p1510:client id="{8881A065-B8A4-B3C3-E749-24F57DE59523}" v="113" dt="2025-12-01T23:57:29.936"/>
    <p1510:client id="{8D60B654-78DF-7E57-4D24-06E24142C7DC}" v="158" dt="2025-12-01T23:56:32.362"/>
    <p1510:client id="{9623DDD6-4C2C-3B34-8F12-9238D589DC2C}" v="654" dt="2025-11-30T20:10:27.795"/>
    <p1510:client id="{A6F32EB6-6A54-6979-891E-5AD68E6D2F94}" v="112" dt="2025-12-01T18:19:10.951"/>
    <p1510:client id="{A92B87B9-9B8B-0160-EAA9-0C3EB51B92DA}" v="1" dt="2025-12-01T20:41:37.359"/>
    <p1510:client id="{AA5BE493-B4D5-43B0-A9BE-86AD0207B6F4}" v="120" dt="2025-12-01T02:20:03.184"/>
    <p1510:client id="{BC2B7283-2D52-0517-9E3F-B307AFFBEE35}" v="47" dt="2025-11-30T20:29:47.811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6912"/>
        <p:guide pos="103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6"/>
        <p:guide pos="22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h Gautam (Student)" userId="S::pgauta11@sundevils.asu.edu::b16c591e-683a-4f5e-b04c-ee586b78acf4" providerId="AD" clId="Web-{BC2B7283-2D52-0517-9E3F-B307AFFBEE35}"/>
    <pc:docChg chg="addSld delSld modSld">
      <pc:chgData name="Piyush Gautam (Student)" userId="S::pgauta11@sundevils.asu.edu::b16c591e-683a-4f5e-b04c-ee586b78acf4" providerId="AD" clId="Web-{BC2B7283-2D52-0517-9E3F-B307AFFBEE35}" dt="2025-11-30T20:29:47.811" v="43" actId="14100"/>
      <pc:docMkLst>
        <pc:docMk/>
      </pc:docMkLst>
      <pc:sldChg chg="addSp delSp modSp">
        <pc:chgData name="Piyush Gautam (Student)" userId="S::pgauta11@sundevils.asu.edu::b16c591e-683a-4f5e-b04c-ee586b78acf4" providerId="AD" clId="Web-{BC2B7283-2D52-0517-9E3F-B307AFFBEE35}" dt="2025-11-30T20:25:12.420" v="18"/>
        <pc:sldMkLst>
          <pc:docMk/>
          <pc:sldMk cId="1954664193" sldId="257"/>
        </pc:sldMkLst>
        <pc:picChg chg="add del mod">
          <ac:chgData name="Piyush Gautam (Student)" userId="S::pgauta11@sundevils.asu.edu::b16c591e-683a-4f5e-b04c-ee586b78acf4" providerId="AD" clId="Web-{BC2B7283-2D52-0517-9E3F-B307AFFBEE35}" dt="2025-11-30T20:25:12.420" v="18"/>
          <ac:picMkLst>
            <pc:docMk/>
            <pc:sldMk cId="1954664193" sldId="257"/>
            <ac:picMk id="3" creationId="{7C61FFFC-373F-8FDD-60E2-85F6132ACE6A}"/>
          </ac:picMkLst>
        </pc:picChg>
      </pc:sldChg>
      <pc:sldChg chg="addSp delSp modSp">
        <pc:chgData name="Piyush Gautam (Student)" userId="S::pgauta11@sundevils.asu.edu::b16c591e-683a-4f5e-b04c-ee586b78acf4" providerId="AD" clId="Web-{BC2B7283-2D52-0517-9E3F-B307AFFBEE35}" dt="2025-11-30T20:29:47.811" v="43" actId="14100"/>
        <pc:sldMkLst>
          <pc:docMk/>
          <pc:sldMk cId="2416164109" sldId="259"/>
        </pc:sldMkLst>
        <pc:spChg chg="mod">
          <ac:chgData name="Piyush Gautam (Student)" userId="S::pgauta11@sundevils.asu.edu::b16c591e-683a-4f5e-b04c-ee586b78acf4" providerId="AD" clId="Web-{BC2B7283-2D52-0517-9E3F-B307AFFBEE35}" dt="2025-11-30T20:28:55.405" v="36" actId="14100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Piyush Gautam (Student)" userId="S::pgauta11@sundevils.asu.edu::b16c591e-683a-4f5e-b04c-ee586b78acf4" providerId="AD" clId="Web-{BC2B7283-2D52-0517-9E3F-B307AFFBEE35}" dt="2025-11-30T20:28:15.139" v="29" actId="1076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Piyush Gautam (Student)" userId="S::pgauta11@sundevils.asu.edu::b16c591e-683a-4f5e-b04c-ee586b78acf4" providerId="AD" clId="Web-{BC2B7283-2D52-0517-9E3F-B307AFFBEE35}" dt="2025-11-30T20:29:30.514" v="40" actId="1076"/>
          <ac:spMkLst>
            <pc:docMk/>
            <pc:sldMk cId="2416164109" sldId="259"/>
            <ac:spMk id="20" creationId="{C2CA2607-8030-9A29-6CCB-0409BF63D1EC}"/>
          </ac:spMkLst>
        </pc:spChg>
        <pc:spChg chg="mod">
          <ac:chgData name="Piyush Gautam (Student)" userId="S::pgauta11@sundevils.asu.edu::b16c591e-683a-4f5e-b04c-ee586b78acf4" providerId="AD" clId="Web-{BC2B7283-2D52-0517-9E3F-B307AFFBEE35}" dt="2025-11-30T20:28:29.639" v="31" actId="1076"/>
          <ac:spMkLst>
            <pc:docMk/>
            <pc:sldMk cId="2416164109" sldId="259"/>
            <ac:spMk id="32" creationId="{FF9C2B3C-0FF6-0A1C-9C48-75A288C9FD46}"/>
          </ac:spMkLst>
        </pc:spChg>
        <pc:picChg chg="add mod">
          <ac:chgData name="Piyush Gautam (Student)" userId="S::pgauta11@sundevils.asu.edu::b16c591e-683a-4f5e-b04c-ee586b78acf4" providerId="AD" clId="Web-{BC2B7283-2D52-0517-9E3F-B307AFFBEE35}" dt="2025-11-30T20:29:01.405" v="37" actId="1076"/>
          <ac:picMkLst>
            <pc:docMk/>
            <pc:sldMk cId="2416164109" sldId="259"/>
            <ac:picMk id="13" creationId="{6C267026-89A1-991B-10C8-B7FA9BDCDF8F}"/>
          </ac:picMkLst>
        </pc:picChg>
        <pc:picChg chg="mod">
          <ac:chgData name="Piyush Gautam (Student)" userId="S::pgauta11@sundevils.asu.edu::b16c591e-683a-4f5e-b04c-ee586b78acf4" providerId="AD" clId="Web-{BC2B7283-2D52-0517-9E3F-B307AFFBEE35}" dt="2025-11-30T20:29:47.811" v="43" actId="14100"/>
          <ac:picMkLst>
            <pc:docMk/>
            <pc:sldMk cId="2416164109" sldId="259"/>
            <ac:picMk id="24" creationId="{CD243BBB-5B91-F1AD-4946-AEBBF5601F2D}"/>
          </ac:picMkLst>
        </pc:picChg>
        <pc:picChg chg="del">
          <ac:chgData name="Piyush Gautam (Student)" userId="S::pgauta11@sundevils.asu.edu::b16c591e-683a-4f5e-b04c-ee586b78acf4" providerId="AD" clId="Web-{BC2B7283-2D52-0517-9E3F-B307AFFBEE35}" dt="2025-11-30T20:22:36.966" v="0"/>
          <ac:picMkLst>
            <pc:docMk/>
            <pc:sldMk cId="2416164109" sldId="259"/>
            <ac:picMk id="27" creationId="{133F7B5F-72CA-5A5B-C2F7-5BF77B739573}"/>
          </ac:picMkLst>
        </pc:picChg>
      </pc:sldChg>
      <pc:sldChg chg="new">
        <pc:chgData name="Piyush Gautam (Student)" userId="S::pgauta11@sundevils.asu.edu::b16c591e-683a-4f5e-b04c-ee586b78acf4" providerId="AD" clId="Web-{BC2B7283-2D52-0517-9E3F-B307AFFBEE35}" dt="2025-11-30T20:22:45.357" v="1"/>
        <pc:sldMkLst>
          <pc:docMk/>
          <pc:sldMk cId="264830215" sldId="261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25.638" v="15"/>
        <pc:sldMkLst>
          <pc:docMk/>
          <pc:sldMk cId="138421453" sldId="262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8.591" v="14"/>
        <pc:sldMkLst>
          <pc:docMk/>
          <pc:sldMk cId="3133730826" sldId="263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7.419" v="13"/>
        <pc:sldMkLst>
          <pc:docMk/>
          <pc:sldMk cId="2038410918" sldId="264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6.950" v="12"/>
        <pc:sldMkLst>
          <pc:docMk/>
          <pc:sldMk cId="1246518114" sldId="265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6.263" v="11"/>
        <pc:sldMkLst>
          <pc:docMk/>
          <pc:sldMk cId="4178383507" sldId="266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5.622" v="10"/>
        <pc:sldMkLst>
          <pc:docMk/>
          <pc:sldMk cId="3364651364" sldId="267"/>
        </pc:sldMkLst>
      </pc:sldChg>
      <pc:sldChg chg="add del replId">
        <pc:chgData name="Piyush Gautam (Student)" userId="S::pgauta11@sundevils.asu.edu::b16c591e-683a-4f5e-b04c-ee586b78acf4" providerId="AD" clId="Web-{BC2B7283-2D52-0517-9E3F-B307AFFBEE35}" dt="2025-11-30T20:23:14.997" v="9"/>
        <pc:sldMkLst>
          <pc:docMk/>
          <pc:sldMk cId="3997957416" sldId="268"/>
        </pc:sldMkLst>
      </pc:sldChg>
    </pc:docChg>
  </pc:docChgLst>
  <pc:docChgLst>
    <pc:chgData name="Nikita Nivas Pawar (Student)" userId="S::npawar12@sundevils.asu.edu::f5d8c46a-0400-4c02-9c03-a9f32297f1d9" providerId="AD" clId="Web-{8881A065-B8A4-B3C3-E749-24F57DE59523}"/>
    <pc:docChg chg="modSld">
      <pc:chgData name="Nikita Nivas Pawar (Student)" userId="S::npawar12@sundevils.asu.edu::f5d8c46a-0400-4c02-9c03-a9f32297f1d9" providerId="AD" clId="Web-{8881A065-B8A4-B3C3-E749-24F57DE59523}" dt="2025-12-01T23:57:29.936" v="94" actId="14100"/>
      <pc:docMkLst>
        <pc:docMk/>
      </pc:docMkLst>
      <pc:sldChg chg="delSp modSp">
        <pc:chgData name="Nikita Nivas Pawar (Student)" userId="S::npawar12@sundevils.asu.edu::f5d8c46a-0400-4c02-9c03-a9f32297f1d9" providerId="AD" clId="Web-{8881A065-B8A4-B3C3-E749-24F57DE59523}" dt="2025-12-01T23:57:29.936" v="94" actId="14100"/>
        <pc:sldMkLst>
          <pc:docMk/>
          <pc:sldMk cId="2416164109" sldId="259"/>
        </pc:sldMkLst>
        <pc:spChg chg="mod">
          <ac:chgData name="Nikita Nivas Pawar (Student)" userId="S::npawar12@sundevils.asu.edu::f5d8c46a-0400-4c02-9c03-a9f32297f1d9" providerId="AD" clId="Web-{8881A065-B8A4-B3C3-E749-24F57DE59523}" dt="2025-12-01T23:47:22.682" v="49" actId="14100"/>
          <ac:spMkLst>
            <pc:docMk/>
            <pc:sldMk cId="2416164109" sldId="259"/>
            <ac:spMk id="3" creationId="{513971FF-35E0-69C2-2BE4-89268EFAECF2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3:37.107" v="70" actId="14100"/>
          <ac:spMkLst>
            <pc:docMk/>
            <pc:sldMk cId="2416164109" sldId="259"/>
            <ac:spMk id="12" creationId="{776BAA0C-9B18-F747-7F86-D6B4E7647922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5:07.233" v="82" actId="1076"/>
          <ac:spMkLst>
            <pc:docMk/>
            <pc:sldMk cId="2416164109" sldId="259"/>
            <ac:spMk id="14" creationId="{26B6EEE0-0FF3-31C5-4AD9-75E9052B852E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4:30.748" v="77" actId="14100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5:15.311" v="84" actId="14100"/>
          <ac:spMkLst>
            <pc:docMk/>
            <pc:sldMk cId="2416164109" sldId="259"/>
            <ac:spMk id="16" creationId="{EBF8E5EF-B2BA-4213-2232-DE5281FA5765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5:07.092" v="80" actId="1076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5:07.155" v="81" actId="1076"/>
          <ac:spMkLst>
            <pc:docMk/>
            <pc:sldMk cId="2416164109" sldId="259"/>
            <ac:spMk id="20" creationId="{C2CA2607-8030-9A29-6CCB-0409BF63D1EC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3:25.686" v="67" actId="1076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3:45.811" v="72" actId="20577"/>
          <ac:spMkLst>
            <pc:docMk/>
            <pc:sldMk cId="2416164109" sldId="259"/>
            <ac:spMk id="31" creationId="{0AD814C2-77EB-631E-5948-C1E8A09AEB87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6:51.264" v="87" actId="1076"/>
          <ac:spMkLst>
            <pc:docMk/>
            <pc:sldMk cId="2416164109" sldId="259"/>
            <ac:spMk id="33" creationId="{0D3216E5-8D47-1BCA-2750-5DDF0E44067A}"/>
          </ac:spMkLst>
        </pc:spChg>
        <pc:spChg chg="del">
          <ac:chgData name="Nikita Nivas Pawar (Student)" userId="S::npawar12@sundevils.asu.edu::f5d8c46a-0400-4c02-9c03-a9f32297f1d9" providerId="AD" clId="Web-{8881A065-B8A4-B3C3-E749-24F57DE59523}" dt="2025-12-01T23:28:03.023" v="1"/>
          <ac:spMkLst>
            <pc:docMk/>
            <pc:sldMk cId="2416164109" sldId="259"/>
            <ac:spMk id="34" creationId="{0CB05885-77DF-F02E-B183-5335C96D025E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4:18.248" v="76" actId="1076"/>
          <ac:spMkLst>
            <pc:docMk/>
            <pc:sldMk cId="2416164109" sldId="259"/>
            <ac:spMk id="35" creationId="{BA826459-7DAC-60DE-59E7-8182401606A4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2:40.826" v="62" actId="20577"/>
          <ac:spMkLst>
            <pc:docMk/>
            <pc:sldMk cId="2416164109" sldId="259"/>
            <ac:spMk id="37" creationId="{09AAE168-184E-3904-0577-968A628BADB2}"/>
          </ac:spMkLst>
        </pc:spChg>
        <pc:spChg chg="mod">
          <ac:chgData name="Nikita Nivas Pawar (Student)" userId="S::npawar12@sundevils.asu.edu::f5d8c46a-0400-4c02-9c03-a9f32297f1d9" providerId="AD" clId="Web-{8881A065-B8A4-B3C3-E749-24F57DE59523}" dt="2025-12-01T23:57:29.936" v="94" actId="14100"/>
          <ac:spMkLst>
            <pc:docMk/>
            <pc:sldMk cId="2416164109" sldId="259"/>
            <ac:spMk id="68" creationId="{8E4CE8CE-77E1-E86C-7B9C-C66D6C0C370E}"/>
          </ac:spMkLst>
        </pc:spChg>
        <pc:grpChg chg="mod">
          <ac:chgData name="Nikita Nivas Pawar (Student)" userId="S::npawar12@sundevils.asu.edu::f5d8c46a-0400-4c02-9c03-a9f32297f1d9" providerId="AD" clId="Web-{8881A065-B8A4-B3C3-E749-24F57DE59523}" dt="2025-12-01T23:50:54.653" v="57" actId="1076"/>
          <ac:grpSpMkLst>
            <pc:docMk/>
            <pc:sldMk cId="2416164109" sldId="259"/>
            <ac:grpSpMk id="30" creationId="{70E9683C-CBCC-B94D-785A-7C3F1C7460F3}"/>
          </ac:grpSpMkLst>
        </pc:grpChg>
        <pc:picChg chg="del">
          <ac:chgData name="Nikita Nivas Pawar (Student)" userId="S::npawar12@sundevils.asu.edu::f5d8c46a-0400-4c02-9c03-a9f32297f1d9" providerId="AD" clId="Web-{8881A065-B8A4-B3C3-E749-24F57DE59523}" dt="2025-12-01T23:27:49.945" v="0"/>
          <ac:picMkLst>
            <pc:docMk/>
            <pc:sldMk cId="2416164109" sldId="259"/>
            <ac:picMk id="9" creationId="{17EA5B8B-2DA7-38D5-FBD5-064DF6096334}"/>
          </ac:picMkLst>
        </pc:picChg>
        <pc:picChg chg="mod">
          <ac:chgData name="Nikita Nivas Pawar (Student)" userId="S::npawar12@sundevils.asu.edu::f5d8c46a-0400-4c02-9c03-a9f32297f1d9" providerId="AD" clId="Web-{8881A065-B8A4-B3C3-E749-24F57DE59523}" dt="2025-12-01T23:55:28.842" v="85" actId="1076"/>
          <ac:picMkLst>
            <pc:docMk/>
            <pc:sldMk cId="2416164109" sldId="259"/>
            <ac:picMk id="13" creationId="{6C267026-89A1-991B-10C8-B7FA9BDCDF8F}"/>
          </ac:picMkLst>
        </pc:picChg>
        <pc:picChg chg="mod">
          <ac:chgData name="Nikita Nivas Pawar (Student)" userId="S::npawar12@sundevils.asu.edu::f5d8c46a-0400-4c02-9c03-a9f32297f1d9" providerId="AD" clId="Web-{8881A065-B8A4-B3C3-E749-24F57DE59523}" dt="2025-12-01T23:55:07.295" v="83" actId="1076"/>
          <ac:picMkLst>
            <pc:docMk/>
            <pc:sldMk cId="2416164109" sldId="259"/>
            <ac:picMk id="24" creationId="{CD243BBB-5B91-F1AD-4946-AEBBF5601F2D}"/>
          </ac:picMkLst>
        </pc:picChg>
        <pc:picChg chg="mod">
          <ac:chgData name="Nikita Nivas Pawar (Student)" userId="S::npawar12@sundevils.asu.edu::f5d8c46a-0400-4c02-9c03-a9f32297f1d9" providerId="AD" clId="Web-{8881A065-B8A4-B3C3-E749-24F57DE59523}" dt="2025-12-01T23:54:39.155" v="78" actId="1076"/>
          <ac:picMkLst>
            <pc:docMk/>
            <pc:sldMk cId="2416164109" sldId="259"/>
            <ac:picMk id="29" creationId="{3CFF9FEB-CCB8-B11D-C5CC-411E3AAE24C6}"/>
          </ac:picMkLst>
        </pc:picChg>
        <pc:picChg chg="mod">
          <ac:chgData name="Nikita Nivas Pawar (Student)" userId="S::npawar12@sundevils.asu.edu::f5d8c46a-0400-4c02-9c03-a9f32297f1d9" providerId="AD" clId="Web-{8881A065-B8A4-B3C3-E749-24F57DE59523}" dt="2025-12-01T23:45:01.541" v="29" actId="14100"/>
          <ac:picMkLst>
            <pc:docMk/>
            <pc:sldMk cId="2416164109" sldId="259"/>
            <ac:picMk id="75" creationId="{02E1C6E8-798F-6B49-6BA1-347C595F2FFA}"/>
          </ac:picMkLst>
        </pc:picChg>
      </pc:sldChg>
    </pc:docChg>
  </pc:docChgLst>
  <pc:docChgLst>
    <pc:chgData name="Piyush Gautam (Student)" userId="S::pgauta11@sundevils.asu.edu::b16c591e-683a-4f5e-b04c-ee586b78acf4" providerId="AD" clId="Web-{6D1FAE96-F802-7096-2BED-39C46A22EBF6}"/>
    <pc:docChg chg="modSld">
      <pc:chgData name="Piyush Gautam (Student)" userId="S::pgauta11@sundevils.asu.edu::b16c591e-683a-4f5e-b04c-ee586b78acf4" providerId="AD" clId="Web-{6D1FAE96-F802-7096-2BED-39C46A22EBF6}" dt="2025-12-01T01:11:23.015" v="5" actId="20577"/>
      <pc:docMkLst>
        <pc:docMk/>
      </pc:docMkLst>
      <pc:sldChg chg="modSp">
        <pc:chgData name="Piyush Gautam (Student)" userId="S::pgauta11@sundevils.asu.edu::b16c591e-683a-4f5e-b04c-ee586b78acf4" providerId="AD" clId="Web-{6D1FAE96-F802-7096-2BED-39C46A22EBF6}" dt="2025-12-01T01:11:23.015" v="5" actId="20577"/>
        <pc:sldMkLst>
          <pc:docMk/>
          <pc:sldMk cId="2416164109" sldId="259"/>
        </pc:sldMkLst>
        <pc:spChg chg="mod">
          <ac:chgData name="Piyush Gautam (Student)" userId="S::pgauta11@sundevils.asu.edu::b16c591e-683a-4f5e-b04c-ee586b78acf4" providerId="AD" clId="Web-{6D1FAE96-F802-7096-2BED-39C46A22EBF6}" dt="2025-12-01T01:11:23.015" v="5" actId="20577"/>
          <ac:spMkLst>
            <pc:docMk/>
            <pc:sldMk cId="2416164109" sldId="259"/>
            <ac:spMk id="14" creationId="{26B6EEE0-0FF3-31C5-4AD9-75E9052B852E}"/>
          </ac:spMkLst>
        </pc:spChg>
        <pc:spChg chg="mod">
          <ac:chgData name="Piyush Gautam (Student)" userId="S::pgauta11@sundevils.asu.edu::b16c591e-683a-4f5e-b04c-ee586b78acf4" providerId="AD" clId="Web-{6D1FAE96-F802-7096-2BED-39C46A22EBF6}" dt="2025-12-01T00:36:22.737" v="0" actId="14100"/>
          <ac:spMkLst>
            <pc:docMk/>
            <pc:sldMk cId="2416164109" sldId="259"/>
            <ac:spMk id="15" creationId="{C794888A-1F62-70D9-D306-08BF66AA10E7}"/>
          </ac:spMkLst>
        </pc:spChg>
      </pc:sldChg>
    </pc:docChg>
  </pc:docChgLst>
  <pc:docChgLst>
    <pc:chgData name="Piyush Gautam (Student)" userId="S::pgauta11@sundevils.asu.edu::b16c591e-683a-4f5e-b04c-ee586b78acf4" providerId="AD" clId="Web-{A92B87B9-9B8B-0160-EAA9-0C3EB51B92DA}"/>
    <pc:docChg chg="delSld">
      <pc:chgData name="Piyush Gautam (Student)" userId="S::pgauta11@sundevils.asu.edu::b16c591e-683a-4f5e-b04c-ee586b78acf4" providerId="AD" clId="Web-{A92B87B9-9B8B-0160-EAA9-0C3EB51B92DA}" dt="2025-12-01T20:41:37.359" v="0"/>
      <pc:docMkLst>
        <pc:docMk/>
      </pc:docMkLst>
      <pc:sldChg chg="del">
        <pc:chgData name="Piyush Gautam (Student)" userId="S::pgauta11@sundevils.asu.edu::b16c591e-683a-4f5e-b04c-ee586b78acf4" providerId="AD" clId="Web-{A92B87B9-9B8B-0160-EAA9-0C3EB51B92DA}" dt="2025-12-01T20:41:37.359" v="0"/>
        <pc:sldMkLst>
          <pc:docMk/>
          <pc:sldMk cId="3297761372" sldId="258"/>
        </pc:sldMkLst>
      </pc:sldChg>
    </pc:docChg>
  </pc:docChgLst>
  <pc:docChgLst>
    <pc:chgData name="Kuen-Yu Yen (Student)" userId="S::kuenyuye@sundevils.asu.edu::ccc5437a-84e3-4137-93a2-e2bcf05752c9" providerId="AD" clId="Web-{3E188EA8-F317-E755-6534-9855930860D2}"/>
    <pc:docChg chg="addSld delSld modSld sldOrd">
      <pc:chgData name="Kuen-Yu Yen (Student)" userId="S::kuenyuye@sundevils.asu.edu::ccc5437a-84e3-4137-93a2-e2bcf05752c9" providerId="AD" clId="Web-{3E188EA8-F317-E755-6534-9855930860D2}" dt="2025-11-30T00:10:05.804" v="977" actId="20577"/>
      <pc:docMkLst>
        <pc:docMk/>
      </pc:docMkLst>
      <pc:sldChg chg="addSp delSp modSp add ord replId">
        <pc:chgData name="Kuen-Yu Yen (Student)" userId="S::kuenyuye@sundevils.asu.edu::ccc5437a-84e3-4137-93a2-e2bcf05752c9" providerId="AD" clId="Web-{3E188EA8-F317-E755-6534-9855930860D2}" dt="2025-11-30T00:10:05.804" v="977" actId="20577"/>
        <pc:sldMkLst>
          <pc:docMk/>
          <pc:sldMk cId="2416164109" sldId="259"/>
        </pc:sldMkLst>
        <pc:spChg chg="add mod">
          <ac:chgData name="Kuen-Yu Yen (Student)" userId="S::kuenyuye@sundevils.asu.edu::ccc5437a-84e3-4137-93a2-e2bcf05752c9" providerId="AD" clId="Web-{3E188EA8-F317-E755-6534-9855930860D2}" dt="2025-11-28T17:58:57.260" v="972" actId="20577"/>
          <ac:spMkLst>
            <pc:docMk/>
            <pc:sldMk cId="2416164109" sldId="259"/>
            <ac:spMk id="11" creationId="{471DBEC0-9268-6FD8-5933-9830E9815D5D}"/>
          </ac:spMkLst>
        </pc:spChg>
        <pc:spChg chg="add mod">
          <ac:chgData name="Kuen-Yu Yen (Student)" userId="S::kuenyuye@sundevils.asu.edu::ccc5437a-84e3-4137-93a2-e2bcf05752c9" providerId="AD" clId="Web-{3E188EA8-F317-E755-6534-9855930860D2}" dt="2025-11-27T21:28:30.508" v="588" actId="1076"/>
          <ac:spMkLst>
            <pc:docMk/>
            <pc:sldMk cId="2416164109" sldId="259"/>
            <ac:spMk id="12" creationId="{776BAA0C-9B18-F747-7F86-D6B4E7647922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1:49:20.221" v="845" actId="20577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0:54:46.947" v="397" actId="14100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0:55:01.681" v="402" actId="20577"/>
          <ac:spMkLst>
            <pc:docMk/>
            <pc:sldMk cId="2416164109" sldId="259"/>
            <ac:spMk id="20" creationId="{C2CA2607-8030-9A29-6CCB-0409BF63D1EC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0:51:00.570" v="378" actId="14100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0:51:30.399" v="384" actId="1076"/>
          <ac:spMkLst>
            <pc:docMk/>
            <pc:sldMk cId="2416164109" sldId="259"/>
            <ac:spMk id="22" creationId="{32BC286B-C25A-1AFC-224A-6D0FD9FCEF85}"/>
          </ac:spMkLst>
        </pc:spChg>
        <pc:spChg chg="add mod">
          <ac:chgData name="Kuen-Yu Yen (Student)" userId="S::kuenyuye@sundevils.asu.edu::ccc5437a-84e3-4137-93a2-e2bcf05752c9" providerId="AD" clId="Web-{3E188EA8-F317-E755-6534-9855930860D2}" dt="2025-11-30T00:10:05.804" v="977" actId="20577"/>
          <ac:spMkLst>
            <pc:docMk/>
            <pc:sldMk cId="2416164109" sldId="259"/>
            <ac:spMk id="26" creationId="{2F8777D7-8617-9632-3AF0-E71AECA0FE2C}"/>
          </ac:spMkLst>
        </pc:spChg>
        <pc:spChg chg="mod">
          <ac:chgData name="Kuen-Yu Yen (Student)" userId="S::kuenyuye@sundevils.asu.edu::ccc5437a-84e3-4137-93a2-e2bcf05752c9" providerId="AD" clId="Web-{3E188EA8-F317-E755-6534-9855930860D2}" dt="2025-11-27T20:55:15.556" v="406" actId="20577"/>
          <ac:spMkLst>
            <pc:docMk/>
            <pc:sldMk cId="2416164109" sldId="259"/>
            <ac:spMk id="28" creationId="{4BD1D999-FD89-E8AC-BD44-38C933DCEC27}"/>
          </ac:spMkLst>
        </pc:spChg>
        <pc:spChg chg="add mod">
          <ac:chgData name="Kuen-Yu Yen (Student)" userId="S::kuenyuye@sundevils.asu.edu::ccc5437a-84e3-4137-93a2-e2bcf05752c9" providerId="AD" clId="Web-{3E188EA8-F317-E755-6534-9855930860D2}" dt="2025-11-27T21:47:25.284" v="827" actId="20577"/>
          <ac:spMkLst>
            <pc:docMk/>
            <pc:sldMk cId="2416164109" sldId="259"/>
            <ac:spMk id="58" creationId="{DD4CA23E-A9DE-9639-8CB3-68AE0BAC258D}"/>
          </ac:spMkLst>
        </pc:spChg>
        <pc:spChg chg="add mod">
          <ac:chgData name="Kuen-Yu Yen (Student)" userId="S::kuenyuye@sundevils.asu.edu::ccc5437a-84e3-4137-93a2-e2bcf05752c9" providerId="AD" clId="Web-{3E188EA8-F317-E755-6534-9855930860D2}" dt="2025-11-27T21:47:16.643" v="819" actId="20577"/>
          <ac:spMkLst>
            <pc:docMk/>
            <pc:sldMk cId="2416164109" sldId="259"/>
            <ac:spMk id="59" creationId="{E50C9404-EB14-D366-F0D0-EFFE6664EEF6}"/>
          </ac:spMkLst>
        </pc:spChg>
        <pc:spChg chg="add mod">
          <ac:chgData name="Kuen-Yu Yen (Student)" userId="S::kuenyuye@sundevils.asu.edu::ccc5437a-84e3-4137-93a2-e2bcf05752c9" providerId="AD" clId="Web-{3E188EA8-F317-E755-6534-9855930860D2}" dt="2025-11-27T21:47:31.299" v="831" actId="20577"/>
          <ac:spMkLst>
            <pc:docMk/>
            <pc:sldMk cId="2416164109" sldId="259"/>
            <ac:spMk id="60" creationId="{934FEE36-CA73-94F7-F1FC-ED375D99887A}"/>
          </ac:spMkLst>
        </pc:spChg>
        <pc:spChg chg="add mod ord">
          <ac:chgData name="Kuen-Yu Yen (Student)" userId="S::kuenyuye@sundevils.asu.edu::ccc5437a-84e3-4137-93a2-e2bcf05752c9" providerId="AD" clId="Web-{3E188EA8-F317-E755-6534-9855930860D2}" dt="2025-11-28T17:59:33.104" v="975" actId="14100"/>
          <ac:spMkLst>
            <pc:docMk/>
            <pc:sldMk cId="2416164109" sldId="259"/>
            <ac:spMk id="71" creationId="{F290398A-54FB-7E3C-28AE-CFF4CAF49D9B}"/>
          </ac:spMkLst>
        </pc:spChg>
        <pc:spChg chg="add mod ord">
          <ac:chgData name="Kuen-Yu Yen (Student)" userId="S::kuenyuye@sundevils.asu.edu::ccc5437a-84e3-4137-93a2-e2bcf05752c9" providerId="AD" clId="Web-{3E188EA8-F317-E755-6534-9855930860D2}" dt="2025-11-28T17:57:44.946" v="961" actId="14100"/>
          <ac:spMkLst>
            <pc:docMk/>
            <pc:sldMk cId="2416164109" sldId="259"/>
            <ac:spMk id="73" creationId="{3F6FDA06-6049-FF99-370E-74A264488C12}"/>
          </ac:spMkLst>
        </pc:spChg>
        <pc:grpChg chg="mod">
          <ac:chgData name="Kuen-Yu Yen (Student)" userId="S::kuenyuye@sundevils.asu.edu::ccc5437a-84e3-4137-93a2-e2bcf05752c9" providerId="AD" clId="Web-{3E188EA8-F317-E755-6534-9855930860D2}" dt="2025-11-27T21:28:22.883" v="587" actId="1076"/>
          <ac:grpSpMkLst>
            <pc:docMk/>
            <pc:sldMk cId="2416164109" sldId="259"/>
            <ac:grpSpMk id="45" creationId="{E92B46A3-02F1-C911-A27F-8C65AF05B024}"/>
          </ac:grpSpMkLst>
        </pc:grpChg>
        <pc:grpChg chg="add mod topLvl">
          <ac:chgData name="Kuen-Yu Yen (Student)" userId="S::kuenyuye@sundevils.asu.edu::ccc5437a-84e3-4137-93a2-e2bcf05752c9" providerId="AD" clId="Web-{3E188EA8-F317-E755-6534-9855930860D2}" dt="2025-11-27T21:54:39.583" v="861"/>
          <ac:grpSpMkLst>
            <pc:docMk/>
            <pc:sldMk cId="2416164109" sldId="259"/>
            <ac:grpSpMk id="67" creationId="{E6B1BFF9-2C6A-D9C3-3B32-98CDB19641C9}"/>
          </ac:grpSpMkLst>
        </pc:grpChg>
        <pc:grpChg chg="add mod">
          <ac:chgData name="Kuen-Yu Yen (Student)" userId="S::kuenyuye@sundevils.asu.edu::ccc5437a-84e3-4137-93a2-e2bcf05752c9" providerId="AD" clId="Web-{3E188EA8-F317-E755-6534-9855930860D2}" dt="2025-11-27T21:48:19.909" v="838" actId="1076"/>
          <ac:grpSpMkLst>
            <pc:docMk/>
            <pc:sldMk cId="2416164109" sldId="259"/>
            <ac:grpSpMk id="76" creationId="{20A81845-CF2E-64A3-8278-562155E5F518}"/>
          </ac:grpSpMkLst>
        </pc:grpChg>
        <pc:grpChg chg="add">
          <ac:chgData name="Kuen-Yu Yen (Student)" userId="S::kuenyuye@sundevils.asu.edu::ccc5437a-84e3-4137-93a2-e2bcf05752c9" providerId="AD" clId="Web-{3E188EA8-F317-E755-6534-9855930860D2}" dt="2025-11-27T21:55:31.755" v="866"/>
          <ac:grpSpMkLst>
            <pc:docMk/>
            <pc:sldMk cId="2416164109" sldId="259"/>
            <ac:grpSpMk id="79" creationId="{9949C753-E0FE-ABD6-F027-A1647D0B0AA9}"/>
          </ac:grpSpMkLst>
        </pc:grpChg>
        <pc:picChg chg="mod">
          <ac:chgData name="Kuen-Yu Yen (Student)" userId="S::kuenyuye@sundevils.asu.edu::ccc5437a-84e3-4137-93a2-e2bcf05752c9" providerId="AD" clId="Web-{3E188EA8-F317-E755-6534-9855930860D2}" dt="2025-11-27T20:54:51.634" v="400" actId="1076"/>
          <ac:picMkLst>
            <pc:docMk/>
            <pc:sldMk cId="2416164109" sldId="259"/>
            <ac:picMk id="24" creationId="{CD243BBB-5B91-F1AD-4946-AEBBF5601F2D}"/>
          </ac:picMkLst>
        </pc:picChg>
        <pc:picChg chg="mod topLvl">
          <ac:chgData name="Kuen-Yu Yen (Student)" userId="S::kuenyuye@sundevils.asu.edu::ccc5437a-84e3-4137-93a2-e2bcf05752c9" providerId="AD" clId="Web-{3E188EA8-F317-E755-6534-9855930860D2}" dt="2025-11-27T21:32:43.415" v="641" actId="14100"/>
          <ac:picMkLst>
            <pc:docMk/>
            <pc:sldMk cId="2416164109" sldId="259"/>
            <ac:picMk id="36" creationId="{48BD8938-8A1A-F757-20B6-DAA594E13F9A}"/>
          </ac:picMkLst>
        </pc:picChg>
        <pc:picChg chg="add mod">
          <ac:chgData name="Kuen-Yu Yen (Student)" userId="S::kuenyuye@sundevils.asu.edu::ccc5437a-84e3-4137-93a2-e2bcf05752c9" providerId="AD" clId="Web-{3E188EA8-F317-E755-6534-9855930860D2}" dt="2025-11-27T21:33:02.431" v="643" actId="1076"/>
          <ac:picMkLst>
            <pc:docMk/>
            <pc:sldMk cId="2416164109" sldId="259"/>
            <ac:picMk id="66" creationId="{9727AA09-6698-469F-5619-DFF402F856DB}"/>
          </ac:picMkLst>
        </pc:picChg>
        <pc:picChg chg="add mod">
          <ac:chgData name="Kuen-Yu Yen (Student)" userId="S::kuenyuye@sundevils.asu.edu::ccc5437a-84e3-4137-93a2-e2bcf05752c9" providerId="AD" clId="Web-{3E188EA8-F317-E755-6534-9855930860D2}" dt="2025-11-27T21:43:51.249" v="788" actId="1076"/>
          <ac:picMkLst>
            <pc:docMk/>
            <pc:sldMk cId="2416164109" sldId="259"/>
            <ac:picMk id="74" creationId="{1AC8C37C-6778-49C5-53A8-DD35DD507BED}"/>
          </ac:picMkLst>
        </pc:picChg>
        <pc:picChg chg="add mod">
          <ac:chgData name="Kuen-Yu Yen (Student)" userId="S::kuenyuye@sundevils.asu.edu::ccc5437a-84e3-4137-93a2-e2bcf05752c9" providerId="AD" clId="Web-{3E188EA8-F317-E755-6534-9855930860D2}" dt="2025-11-27T21:54:59.302" v="865" actId="1076"/>
          <ac:picMkLst>
            <pc:docMk/>
            <pc:sldMk cId="2416164109" sldId="259"/>
            <ac:picMk id="78" creationId="{A03328D8-1F07-B7FA-86EC-4F641D961028}"/>
          </ac:picMkLst>
        </pc:picChg>
      </pc:sldChg>
    </pc:docChg>
  </pc:docChgLst>
  <pc:docChgLst>
    <pc:chgData name="Kuen-Yu Yen (Student)" userId="S::kuenyuye@sundevils.asu.edu::ccc5437a-84e3-4137-93a2-e2bcf05752c9" providerId="AD" clId="Web-{71E65199-4A68-E8FF-6C54-E83E4C4120E8}"/>
    <pc:docChg chg="modSld">
      <pc:chgData name="Kuen-Yu Yen (Student)" userId="S::kuenyuye@sundevils.asu.edu::ccc5437a-84e3-4137-93a2-e2bcf05752c9" providerId="AD" clId="Web-{71E65199-4A68-E8FF-6C54-E83E4C4120E8}" dt="2025-11-15T08:12:27.335" v="520" actId="14100"/>
      <pc:docMkLst>
        <pc:docMk/>
      </pc:docMkLst>
    </pc:docChg>
  </pc:docChgLst>
  <pc:docChgLst>
    <pc:chgData name="Kuen-Yu Yen (Student)" userId="S::kuenyuye@sundevils.asu.edu::ccc5437a-84e3-4137-93a2-e2bcf05752c9" providerId="AD" clId="Web-{8250325B-3EFF-F36B-3DE9-B038BD12DF6D}"/>
    <pc:docChg chg="modSld">
      <pc:chgData name="Kuen-Yu Yen (Student)" userId="S::kuenyuye@sundevils.asu.edu::ccc5437a-84e3-4137-93a2-e2bcf05752c9" providerId="AD" clId="Web-{8250325B-3EFF-F36B-3DE9-B038BD12DF6D}" dt="2025-11-15T19:25:46.326" v="14" actId="1076"/>
      <pc:docMkLst>
        <pc:docMk/>
      </pc:docMkLst>
    </pc:docChg>
  </pc:docChgLst>
  <pc:docChgLst>
    <pc:chgData name="Piyush Gautam (Student)" userId="S::pgauta11@sundevils.asu.edu::b16c591e-683a-4f5e-b04c-ee586b78acf4" providerId="AD" clId="Web-{0EB7913E-0914-222C-A1E3-3329ABF5041D}"/>
    <pc:docChg chg="delSld">
      <pc:chgData name="Piyush Gautam (Student)" userId="S::pgauta11@sundevils.asu.edu::b16c591e-683a-4f5e-b04c-ee586b78acf4" providerId="AD" clId="Web-{0EB7913E-0914-222C-A1E3-3329ABF5041D}" dt="2025-12-01T23:30:14.313" v="1"/>
      <pc:docMkLst>
        <pc:docMk/>
      </pc:docMkLst>
      <pc:sldChg chg="del">
        <pc:chgData name="Piyush Gautam (Student)" userId="S::pgauta11@sundevils.asu.edu::b16c591e-683a-4f5e-b04c-ee586b78acf4" providerId="AD" clId="Web-{0EB7913E-0914-222C-A1E3-3329ABF5041D}" dt="2025-12-01T23:30:14.313" v="0"/>
        <pc:sldMkLst>
          <pc:docMk/>
          <pc:sldMk cId="1954664193" sldId="257"/>
        </pc:sldMkLst>
      </pc:sldChg>
      <pc:sldChg chg="del">
        <pc:chgData name="Piyush Gautam (Student)" userId="S::pgauta11@sundevils.asu.edu::b16c591e-683a-4f5e-b04c-ee586b78acf4" providerId="AD" clId="Web-{0EB7913E-0914-222C-A1E3-3329ABF5041D}" dt="2025-12-01T23:30:14.313" v="1"/>
        <pc:sldMkLst>
          <pc:docMk/>
          <pc:sldMk cId="2177706627" sldId="260"/>
        </pc:sldMkLst>
      </pc:sldChg>
    </pc:docChg>
  </pc:docChgLst>
  <pc:docChgLst>
    <pc:chgData name="Kuen-Yu Yen (Student)" userId="S::kuenyuye@sundevils.asu.edu::ccc5437a-84e3-4137-93a2-e2bcf05752c9" providerId="AD" clId="Web-{A6F32EB6-6A54-6979-891E-5AD68E6D2F94}"/>
    <pc:docChg chg="modSld">
      <pc:chgData name="Kuen-Yu Yen (Student)" userId="S::kuenyuye@sundevils.asu.edu::ccc5437a-84e3-4137-93a2-e2bcf05752c9" providerId="AD" clId="Web-{A6F32EB6-6A54-6979-891E-5AD68E6D2F94}" dt="2025-12-01T18:19:10.951" v="85" actId="1076"/>
      <pc:docMkLst>
        <pc:docMk/>
      </pc:docMkLst>
      <pc:sldChg chg="modSp">
        <pc:chgData name="Kuen-Yu Yen (Student)" userId="S::kuenyuye@sundevils.asu.edu::ccc5437a-84e3-4137-93a2-e2bcf05752c9" providerId="AD" clId="Web-{A6F32EB6-6A54-6979-891E-5AD68E6D2F94}" dt="2025-12-01T18:19:10.951" v="85" actId="1076"/>
        <pc:sldMkLst>
          <pc:docMk/>
          <pc:sldMk cId="2416164109" sldId="259"/>
        </pc:sldMkLst>
        <pc:spChg chg="mod">
          <ac:chgData name="Kuen-Yu Yen (Student)" userId="S::kuenyuye@sundevils.asu.edu::ccc5437a-84e3-4137-93a2-e2bcf05752c9" providerId="AD" clId="Web-{A6F32EB6-6A54-6979-891E-5AD68E6D2F94}" dt="2025-12-01T02:09:29.976" v="77" actId="1076"/>
          <ac:spMkLst>
            <pc:docMk/>
            <pc:sldMk cId="2416164109" sldId="259"/>
            <ac:spMk id="3" creationId="{513971FF-35E0-69C2-2BE4-89268EFAECF2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4:24.471" v="41" actId="20577"/>
          <ac:spMkLst>
            <pc:docMk/>
            <pc:sldMk cId="2416164109" sldId="259"/>
            <ac:spMk id="12" creationId="{776BAA0C-9B18-F747-7F86-D6B4E7647922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3:50.923" v="28" actId="1076"/>
          <ac:spMkLst>
            <pc:docMk/>
            <pc:sldMk cId="2416164109" sldId="259"/>
            <ac:spMk id="14" creationId="{26B6EEE0-0FF3-31C5-4AD9-75E9052B852E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3:39.876" v="20" actId="20577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2:07.608" v="5" actId="14100"/>
          <ac:spMkLst>
            <pc:docMk/>
            <pc:sldMk cId="2416164109" sldId="259"/>
            <ac:spMk id="16" creationId="{EBF8E5EF-B2BA-4213-2232-DE5281FA5765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11:45.368" v="78" actId="14100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1:54.623" v="3" actId="1076"/>
          <ac:spMkLst>
            <pc:docMk/>
            <pc:sldMk cId="2416164109" sldId="259"/>
            <ac:spMk id="20" creationId="{C2CA2607-8030-9A29-6CCB-0409BF63D1EC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7:51.006" v="69" actId="14100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2:40.031" v="9" actId="1076"/>
          <ac:spMkLst>
            <pc:docMk/>
            <pc:sldMk cId="2416164109" sldId="259"/>
            <ac:spMk id="28" creationId="{4BD1D999-FD89-E8AC-BD44-38C933DCEC27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3:24.766" v="15" actId="1076"/>
          <ac:spMkLst>
            <pc:docMk/>
            <pc:sldMk cId="2416164109" sldId="259"/>
            <ac:spMk id="31" creationId="{0AD814C2-77EB-631E-5948-C1E8A09AEB87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02:02:13.670" v="7" actId="1076"/>
          <ac:spMkLst>
            <pc:docMk/>
            <pc:sldMk cId="2416164109" sldId="259"/>
            <ac:spMk id="32" creationId="{FF9C2B3C-0FF6-0A1C-9C48-75A288C9FD46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18:19:10.951" v="85" actId="1076"/>
          <ac:spMkLst>
            <pc:docMk/>
            <pc:sldMk cId="2416164109" sldId="259"/>
            <ac:spMk id="34" creationId="{0CB05885-77DF-F02E-B183-5335C96D025E}"/>
          </ac:spMkLst>
        </pc:spChg>
        <pc:spChg chg="mod">
          <ac:chgData name="Kuen-Yu Yen (Student)" userId="S::kuenyuye@sundevils.asu.edu::ccc5437a-84e3-4137-93a2-e2bcf05752c9" providerId="AD" clId="Web-{A6F32EB6-6A54-6979-891E-5AD68E6D2F94}" dt="2025-12-01T18:19:01.060" v="83" actId="1076"/>
          <ac:spMkLst>
            <pc:docMk/>
            <pc:sldMk cId="2416164109" sldId="259"/>
            <ac:spMk id="68" creationId="{8E4CE8CE-77E1-E86C-7B9C-C66D6C0C370E}"/>
          </ac:spMkLst>
        </pc:spChg>
        <pc:grpChg chg="mod">
          <ac:chgData name="Kuen-Yu Yen (Student)" userId="S::kuenyuye@sundevils.asu.edu::ccc5437a-84e3-4137-93a2-e2bcf05752c9" providerId="AD" clId="Web-{A6F32EB6-6A54-6979-891E-5AD68E6D2F94}" dt="2025-12-01T02:08:37.694" v="76" actId="1076"/>
          <ac:grpSpMkLst>
            <pc:docMk/>
            <pc:sldMk cId="2416164109" sldId="259"/>
            <ac:grpSpMk id="40" creationId="{0BE37907-2CBC-D629-96EA-46987B8358E9}"/>
          </ac:grpSpMkLst>
        </pc:grpChg>
        <pc:picChg chg="mod">
          <ac:chgData name="Kuen-Yu Yen (Student)" userId="S::kuenyuye@sundevils.asu.edu::ccc5437a-84e3-4137-93a2-e2bcf05752c9" providerId="AD" clId="Web-{A6F32EB6-6A54-6979-891E-5AD68E6D2F94}" dt="2025-12-01T02:08:19.647" v="73" actId="1076"/>
          <ac:picMkLst>
            <pc:docMk/>
            <pc:sldMk cId="2416164109" sldId="259"/>
            <ac:picMk id="9" creationId="{17EA5B8B-2DA7-38D5-FBD5-064DF6096334}"/>
          </ac:picMkLst>
        </pc:picChg>
        <pc:picChg chg="mod">
          <ac:chgData name="Kuen-Yu Yen (Student)" userId="S::kuenyuye@sundevils.asu.edu::ccc5437a-84e3-4137-93a2-e2bcf05752c9" providerId="AD" clId="Web-{A6F32EB6-6A54-6979-891E-5AD68E6D2F94}" dt="2025-12-01T02:03:07.266" v="13" actId="14100"/>
          <ac:picMkLst>
            <pc:docMk/>
            <pc:sldMk cId="2416164109" sldId="259"/>
            <ac:picMk id="13" creationId="{6C267026-89A1-991B-10C8-B7FA9BDCDF8F}"/>
          </ac:picMkLst>
        </pc:picChg>
        <pc:picChg chg="mod">
          <ac:chgData name="Kuen-Yu Yen (Student)" userId="S::kuenyuye@sundevils.asu.edu::ccc5437a-84e3-4137-93a2-e2bcf05752c9" providerId="AD" clId="Web-{A6F32EB6-6A54-6979-891E-5AD68E6D2F94}" dt="2025-12-01T02:08:25.006" v="74" actId="1076"/>
          <ac:picMkLst>
            <pc:docMk/>
            <pc:sldMk cId="2416164109" sldId="259"/>
            <ac:picMk id="29" creationId="{3CFF9FEB-CCB8-B11D-C5CC-411E3AAE24C6}"/>
          </ac:picMkLst>
        </pc:picChg>
        <pc:picChg chg="mod">
          <ac:chgData name="Kuen-Yu Yen (Student)" userId="S::kuenyuye@sundevils.asu.edu::ccc5437a-84e3-4137-93a2-e2bcf05752c9" providerId="AD" clId="Web-{A6F32EB6-6A54-6979-891E-5AD68E6D2F94}" dt="2025-12-01T02:06:42.895" v="66" actId="14100"/>
          <ac:picMkLst>
            <pc:docMk/>
            <pc:sldMk cId="2416164109" sldId="259"/>
            <ac:picMk id="75" creationId="{02E1C6E8-798F-6B49-6BA1-347C595F2FFA}"/>
          </ac:picMkLst>
        </pc:picChg>
      </pc:sldChg>
    </pc:docChg>
  </pc:docChgLst>
  <pc:docChgLst>
    <pc:chgData name="Kuen-Yu Yen (Student)" userId="S::kuenyuye@sundevils.asu.edu::ccc5437a-84e3-4137-93a2-e2bcf05752c9" providerId="AD" clId="Web-{455243AC-3C29-97E2-C63A-C2E74F0878EA}"/>
    <pc:docChg chg="modSld">
      <pc:chgData name="Kuen-Yu Yen (Student)" userId="S::kuenyuye@sundevils.asu.edu::ccc5437a-84e3-4137-93a2-e2bcf05752c9" providerId="AD" clId="Web-{455243AC-3C29-97E2-C63A-C2E74F0878EA}" dt="2025-11-15T18:35:22.556" v="8"/>
      <pc:docMkLst>
        <pc:docMk/>
      </pc:docMkLst>
    </pc:docChg>
  </pc:docChgLst>
  <pc:docChgLst>
    <pc:chgData name="Kuen-Yu Yen (Student)" userId="S::kuenyuye@sundevils.asu.edu::ccc5437a-84e3-4137-93a2-e2bcf05752c9" providerId="AD" clId="Web-{6D734452-1E10-19B2-8141-DF7FB071C3D4}"/>
    <pc:docChg chg="mod addSld modSld addMainMaster delMainMaster">
      <pc:chgData name="Kuen-Yu Yen (Student)" userId="S::kuenyuye@sundevils.asu.edu::ccc5437a-84e3-4137-93a2-e2bcf05752c9" providerId="AD" clId="Web-{6D734452-1E10-19B2-8141-DF7FB071C3D4}" dt="2025-11-14T23:59:14.873" v="408" actId="14100"/>
      <pc:docMkLst>
        <pc:docMk/>
      </pc:docMkLst>
      <pc:sldMasterChg chg="add addSldLayout modSldLayout">
        <pc:chgData name="Kuen-Yu Yen (Student)" userId="S::kuenyuye@sundevils.asu.edu::ccc5437a-84e3-4137-93a2-e2bcf05752c9" providerId="AD" clId="Web-{6D734452-1E10-19B2-8141-DF7FB071C3D4}" dt="2025-11-14T23:02:15.053" v="103"/>
        <pc:sldMasterMkLst>
          <pc:docMk/>
          <pc:sldMasterMk cId="2639006956" sldId="2147483863"/>
        </pc:sldMasterMkLst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1553390467" sldId="2147483864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3086813714" sldId="2147483865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1848649506" sldId="2147483866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2885033317" sldId="2147483867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69870629" sldId="2147483868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3341301609" sldId="2147483869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331715971" sldId="2147483870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276234599" sldId="2147483871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592585218" sldId="2147483872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483615702" sldId="2147483873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4180288662" sldId="2147483874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824689058" sldId="2147483875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2295521229" sldId="2147483876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3150088276" sldId="2147483877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354643412" sldId="2147483878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1137909695" sldId="2147483879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2572374109" sldId="2147483880"/>
          </pc:sldLayoutMkLst>
        </pc:sldLayoutChg>
        <pc:sldLayoutChg chg="add mod replId">
          <pc:chgData name="Kuen-Yu Yen (Student)" userId="S::kuenyuye@sundevils.asu.edu::ccc5437a-84e3-4137-93a2-e2bcf05752c9" providerId="AD" clId="Web-{6D734452-1E10-19B2-8141-DF7FB071C3D4}" dt="2025-11-14T23:02:15.053" v="103"/>
          <pc:sldLayoutMkLst>
            <pc:docMk/>
            <pc:sldMasterMk cId="2639006956" sldId="2147483863"/>
            <pc:sldLayoutMk cId="1353044805" sldId="2147483881"/>
          </pc:sldLayoutMkLst>
        </pc:sldLayoutChg>
      </pc:sldMasterChg>
    </pc:docChg>
  </pc:docChgLst>
  <pc:docChgLst>
    <pc:chgData name="Edselmo Biondi (Student)" userId="2909f4a2-8b24-4bcb-966f-7f98bae6dcb1" providerId="ADAL" clId="{8BBE5C51-5DC4-4022-9382-6C33FB17FE30}"/>
    <pc:docChg chg="undo custSel modSld">
      <pc:chgData name="Edselmo Biondi (Student)" userId="2909f4a2-8b24-4bcb-966f-7f98bae6dcb1" providerId="ADAL" clId="{8BBE5C51-5DC4-4022-9382-6C33FB17FE30}" dt="2025-12-01T02:20:03.184" v="118" actId="14100"/>
      <pc:docMkLst>
        <pc:docMk/>
      </pc:docMkLst>
      <pc:sldChg chg="addSp delSp modSp mod">
        <pc:chgData name="Edselmo Biondi (Student)" userId="2909f4a2-8b24-4bcb-966f-7f98bae6dcb1" providerId="ADAL" clId="{8BBE5C51-5DC4-4022-9382-6C33FB17FE30}" dt="2025-12-01T02:20:03.184" v="118" actId="14100"/>
        <pc:sldMkLst>
          <pc:docMk/>
          <pc:sldMk cId="2416164109" sldId="259"/>
        </pc:sldMkLst>
        <pc:spChg chg="mod">
          <ac:chgData name="Edselmo Biondi (Student)" userId="2909f4a2-8b24-4bcb-966f-7f98bae6dcb1" providerId="ADAL" clId="{8BBE5C51-5DC4-4022-9382-6C33FB17FE30}" dt="2025-12-01T01:24:56.777" v="20" actId="1076"/>
          <ac:spMkLst>
            <pc:docMk/>
            <pc:sldMk cId="2416164109" sldId="259"/>
            <ac:spMk id="8" creationId="{8601B6D9-DCCE-0D42-7C3B-E183EBE49704}"/>
          </ac:spMkLst>
        </pc:spChg>
        <pc:spChg chg="mod">
          <ac:chgData name="Edselmo Biondi (Student)" userId="2909f4a2-8b24-4bcb-966f-7f98bae6dcb1" providerId="ADAL" clId="{8BBE5C51-5DC4-4022-9382-6C33FB17FE30}" dt="2025-12-01T01:46:16.110" v="104" actId="14100"/>
          <ac:spMkLst>
            <pc:docMk/>
            <pc:sldMk cId="2416164109" sldId="259"/>
            <ac:spMk id="16" creationId="{EBF8E5EF-B2BA-4213-2232-DE5281FA5765}"/>
          </ac:spMkLst>
        </pc:spChg>
        <pc:spChg chg="mod">
          <ac:chgData name="Edselmo Biondi (Student)" userId="2909f4a2-8b24-4bcb-966f-7f98bae6dcb1" providerId="ADAL" clId="{8BBE5C51-5DC4-4022-9382-6C33FB17FE30}" dt="2025-11-30T05:41:17.888" v="5" actId="1076"/>
          <ac:spMkLst>
            <pc:docMk/>
            <pc:sldMk cId="2416164109" sldId="259"/>
            <ac:spMk id="17" creationId="{7EDEB3C6-B013-0CCE-1869-05C016DAC4A0}"/>
          </ac:spMkLst>
        </pc:spChg>
        <pc:spChg chg="mod">
          <ac:chgData name="Edselmo Biondi (Student)" userId="2909f4a2-8b24-4bcb-966f-7f98bae6dcb1" providerId="ADAL" clId="{8BBE5C51-5DC4-4022-9382-6C33FB17FE30}" dt="2025-12-01T01:46:02.964" v="103" actId="14100"/>
          <ac:spMkLst>
            <pc:docMk/>
            <pc:sldMk cId="2416164109" sldId="259"/>
            <ac:spMk id="21" creationId="{A6DC43B2-DFFD-56D1-4D4E-A7E949FFCA4E}"/>
          </ac:spMkLst>
        </pc:spChg>
        <pc:spChg chg="del mod">
          <ac:chgData name="Edselmo Biondi (Student)" userId="2909f4a2-8b24-4bcb-966f-7f98bae6dcb1" providerId="ADAL" clId="{8BBE5C51-5DC4-4022-9382-6C33FB17FE30}" dt="2025-12-01T01:24:59.213" v="22"/>
          <ac:spMkLst>
            <pc:docMk/>
            <pc:sldMk cId="2416164109" sldId="259"/>
            <ac:spMk id="27" creationId="{042DF5DC-9C93-60A2-9297-00C78B29950A}"/>
          </ac:spMkLst>
        </pc:spChg>
        <pc:spChg chg="mod">
          <ac:chgData name="Edselmo Biondi (Student)" userId="2909f4a2-8b24-4bcb-966f-7f98bae6dcb1" providerId="ADAL" clId="{8BBE5C51-5DC4-4022-9382-6C33FB17FE30}" dt="2025-12-01T01:45:50.697" v="102" actId="1035"/>
          <ac:spMkLst>
            <pc:docMk/>
            <pc:sldMk cId="2416164109" sldId="259"/>
            <ac:spMk id="28" creationId="{4BD1D999-FD89-E8AC-BD44-38C933DCEC27}"/>
          </ac:spMkLst>
        </pc:spChg>
        <pc:spChg chg="mod">
          <ac:chgData name="Edselmo Biondi (Student)" userId="2909f4a2-8b24-4bcb-966f-7f98bae6dcb1" providerId="ADAL" clId="{8BBE5C51-5DC4-4022-9382-6C33FB17FE30}" dt="2025-12-01T02:19:45.126" v="117" actId="113"/>
          <ac:spMkLst>
            <pc:docMk/>
            <pc:sldMk cId="2416164109" sldId="259"/>
            <ac:spMk id="34" creationId="{0CB05885-77DF-F02E-B183-5335C96D025E}"/>
          </ac:spMkLst>
        </pc:spChg>
        <pc:spChg chg="add del mod">
          <ac:chgData name="Edselmo Biondi (Student)" userId="2909f4a2-8b24-4bcb-966f-7f98bae6dcb1" providerId="ADAL" clId="{8BBE5C51-5DC4-4022-9382-6C33FB17FE30}" dt="2025-12-01T01:25:36.510" v="28" actId="478"/>
          <ac:spMkLst>
            <pc:docMk/>
            <pc:sldMk cId="2416164109" sldId="259"/>
            <ac:spMk id="64" creationId="{DC06B623-7817-9C4F-243E-346E1C3AB2E2}"/>
          </ac:spMkLst>
        </pc:spChg>
        <pc:spChg chg="add mod">
          <ac:chgData name="Edselmo Biondi (Student)" userId="2909f4a2-8b24-4bcb-966f-7f98bae6dcb1" providerId="ADAL" clId="{8BBE5C51-5DC4-4022-9382-6C33FB17FE30}" dt="2025-12-01T01:24:42.268" v="16"/>
          <ac:spMkLst>
            <pc:docMk/>
            <pc:sldMk cId="2416164109" sldId="259"/>
            <ac:spMk id="65" creationId="{E4BAEB82-BF28-BE0D-4FF8-8E5267648B2F}"/>
          </ac:spMkLst>
        </pc:spChg>
        <pc:spChg chg="add mod">
          <ac:chgData name="Edselmo Biondi (Student)" userId="2909f4a2-8b24-4bcb-966f-7f98bae6dcb1" providerId="ADAL" clId="{8BBE5C51-5DC4-4022-9382-6C33FB17FE30}" dt="2025-12-01T01:41:04.696" v="79" actId="20577"/>
          <ac:spMkLst>
            <pc:docMk/>
            <pc:sldMk cId="2416164109" sldId="259"/>
            <ac:spMk id="68" creationId="{8E4CE8CE-77E1-E86C-7B9C-C66D6C0C370E}"/>
          </ac:spMkLst>
        </pc:spChg>
        <pc:spChg chg="add">
          <ac:chgData name="Edselmo Biondi (Student)" userId="2909f4a2-8b24-4bcb-966f-7f98bae6dcb1" providerId="ADAL" clId="{8BBE5C51-5DC4-4022-9382-6C33FB17FE30}" dt="2025-12-01T01:26:03.732" v="32"/>
          <ac:spMkLst>
            <pc:docMk/>
            <pc:sldMk cId="2416164109" sldId="259"/>
            <ac:spMk id="69" creationId="{387ADC9E-0794-2765-DECD-A6D5D9818C47}"/>
          </ac:spMkLst>
        </pc:spChg>
        <pc:spChg chg="add">
          <ac:chgData name="Edselmo Biondi (Student)" userId="2909f4a2-8b24-4bcb-966f-7f98bae6dcb1" providerId="ADAL" clId="{8BBE5C51-5DC4-4022-9382-6C33FB17FE30}" dt="2025-12-01T01:26:21.234" v="34"/>
          <ac:spMkLst>
            <pc:docMk/>
            <pc:sldMk cId="2416164109" sldId="259"/>
            <ac:spMk id="70" creationId="{37FA52DF-D683-01A7-9FDD-2347E2701A21}"/>
          </ac:spMkLst>
        </pc:spChg>
        <pc:grpChg chg="mod">
          <ac:chgData name="Edselmo Biondi (Student)" userId="2909f4a2-8b24-4bcb-966f-7f98bae6dcb1" providerId="ADAL" clId="{8BBE5C51-5DC4-4022-9382-6C33FB17FE30}" dt="2025-12-01T01:33:01.988" v="44" actId="14100"/>
          <ac:grpSpMkLst>
            <pc:docMk/>
            <pc:sldMk cId="2416164109" sldId="259"/>
            <ac:grpSpMk id="30" creationId="{70E9683C-CBCC-B94D-785A-7C3F1C7460F3}"/>
          </ac:grpSpMkLst>
        </pc:grpChg>
        <pc:grpChg chg="mod">
          <ac:chgData name="Edselmo Biondi (Student)" userId="2909f4a2-8b24-4bcb-966f-7f98bae6dcb1" providerId="ADAL" clId="{8BBE5C51-5DC4-4022-9382-6C33FB17FE30}" dt="2025-12-01T01:33:18.062" v="46" actId="14100"/>
          <ac:grpSpMkLst>
            <pc:docMk/>
            <pc:sldMk cId="2416164109" sldId="259"/>
            <ac:grpSpMk id="45" creationId="{E92B46A3-02F1-C911-A27F-8C65AF05B024}"/>
          </ac:grpSpMkLst>
        </pc:grpChg>
        <pc:picChg chg="mod">
          <ac:chgData name="Edselmo Biondi (Student)" userId="2909f4a2-8b24-4bcb-966f-7f98bae6dcb1" providerId="ADAL" clId="{8BBE5C51-5DC4-4022-9382-6C33FB17FE30}" dt="2025-12-01T01:46:41.407" v="108" actId="14100"/>
          <ac:picMkLst>
            <pc:docMk/>
            <pc:sldMk cId="2416164109" sldId="259"/>
            <ac:picMk id="9" creationId="{17EA5B8B-2DA7-38D5-FBD5-064DF6096334}"/>
          </ac:picMkLst>
        </pc:picChg>
        <pc:picChg chg="del mod">
          <ac:chgData name="Edselmo Biondi (Student)" userId="2909f4a2-8b24-4bcb-966f-7f98bae6dcb1" providerId="ADAL" clId="{8BBE5C51-5DC4-4022-9382-6C33FB17FE30}" dt="2025-12-01T01:42:52.032" v="83" actId="478"/>
          <ac:picMkLst>
            <pc:docMk/>
            <pc:sldMk cId="2416164109" sldId="259"/>
            <ac:picMk id="25" creationId="{FD7B6893-0BAE-4212-7E70-F72B9FEC844F}"/>
          </ac:picMkLst>
        </pc:picChg>
        <pc:picChg chg="add mod">
          <ac:chgData name="Edselmo Biondi (Student)" userId="2909f4a2-8b24-4bcb-966f-7f98bae6dcb1" providerId="ADAL" clId="{8BBE5C51-5DC4-4022-9382-6C33FB17FE30}" dt="2025-12-01T01:53:07.780" v="111" actId="1076"/>
          <ac:picMkLst>
            <pc:docMk/>
            <pc:sldMk cId="2416164109" sldId="259"/>
            <ac:picMk id="29" creationId="{3CFF9FEB-CCB8-B11D-C5CC-411E3AAE24C6}"/>
          </ac:picMkLst>
        </pc:picChg>
        <pc:picChg chg="del">
          <ac:chgData name="Edselmo Biondi (Student)" userId="2909f4a2-8b24-4bcb-966f-7f98bae6dcb1" providerId="ADAL" clId="{8BBE5C51-5DC4-4022-9382-6C33FB17FE30}" dt="2025-11-30T05:40:51.085" v="0" actId="478"/>
          <ac:picMkLst>
            <pc:docMk/>
            <pc:sldMk cId="2416164109" sldId="259"/>
            <ac:picMk id="48" creationId="{176626E4-819F-D111-AAB7-79C8002E5920}"/>
          </ac:picMkLst>
        </pc:picChg>
        <pc:picChg chg="add mod">
          <ac:chgData name="Edselmo Biondi (Student)" userId="2909f4a2-8b24-4bcb-966f-7f98bae6dcb1" providerId="ADAL" clId="{8BBE5C51-5DC4-4022-9382-6C33FB17FE30}" dt="2025-12-01T02:20:03.184" v="118" actId="14100"/>
          <ac:picMkLst>
            <pc:docMk/>
            <pc:sldMk cId="2416164109" sldId="259"/>
            <ac:picMk id="75" creationId="{02E1C6E8-798F-6B49-6BA1-347C595F2FFA}"/>
          </ac:picMkLst>
        </pc:picChg>
      </pc:sldChg>
    </pc:docChg>
  </pc:docChgLst>
  <pc:docChgLst>
    <pc:chgData name="Kuen-Yu Yen (Student)" userId="S::kuenyuye@sundevils.asu.edu::ccc5437a-84e3-4137-93a2-e2bcf05752c9" providerId="AD" clId="Web-{0C2305DB-F931-A34E-C6C6-784F5C1312D4}"/>
    <pc:docChg chg="addSld delSld modSld">
      <pc:chgData name="Kuen-Yu Yen (Student)" userId="S::kuenyuye@sundevils.asu.edu::ccc5437a-84e3-4137-93a2-e2bcf05752c9" providerId="AD" clId="Web-{0C2305DB-F931-A34E-C6C6-784F5C1312D4}" dt="2025-12-01T01:59:57.288" v="110" actId="20577"/>
      <pc:docMkLst>
        <pc:docMk/>
      </pc:docMkLst>
      <pc:sldChg chg="addSp delSp modSp">
        <pc:chgData name="Kuen-Yu Yen (Student)" userId="S::kuenyuye@sundevils.asu.edu::ccc5437a-84e3-4137-93a2-e2bcf05752c9" providerId="AD" clId="Web-{0C2305DB-F931-A34E-C6C6-784F5C1312D4}" dt="2025-12-01T01:59:57.288" v="110" actId="20577"/>
        <pc:sldMkLst>
          <pc:docMk/>
          <pc:sldMk cId="2416164109" sldId="259"/>
        </pc:sldMkLst>
        <pc:spChg chg="mod">
          <ac:chgData name="Kuen-Yu Yen (Student)" userId="S::kuenyuye@sundevils.asu.edu::ccc5437a-84e3-4137-93a2-e2bcf05752c9" providerId="AD" clId="Web-{0C2305DB-F931-A34E-C6C6-784F5C1312D4}" dt="2025-12-01T01:58:46.288" v="91" actId="20577"/>
          <ac:spMkLst>
            <pc:docMk/>
            <pc:sldMk cId="2416164109" sldId="259"/>
            <ac:spMk id="3" creationId="{513971FF-35E0-69C2-2BE4-89268EFAECF2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1-30T22:29:58.074" v="32" actId="1076"/>
          <ac:spMkLst>
            <pc:docMk/>
            <pc:sldMk cId="2416164109" sldId="259"/>
            <ac:spMk id="11" creationId="{471DBEC0-9268-6FD8-5933-9830E9815D5D}"/>
          </ac:spMkLst>
        </pc:spChg>
        <pc:spChg chg="mod ord">
          <ac:chgData name="Kuen-Yu Yen (Student)" userId="S::kuenyuye@sundevils.asu.edu::ccc5437a-84e3-4137-93a2-e2bcf05752c9" providerId="AD" clId="Web-{0C2305DB-F931-A34E-C6C6-784F5C1312D4}" dt="2025-12-01T01:59:39.538" v="105" actId="1076"/>
          <ac:spMkLst>
            <pc:docMk/>
            <pc:sldMk cId="2416164109" sldId="259"/>
            <ac:spMk id="12" creationId="{776BAA0C-9B18-F747-7F86-D6B4E7647922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8:42.538" v="89" actId="20577"/>
          <ac:spMkLst>
            <pc:docMk/>
            <pc:sldMk cId="2416164109" sldId="259"/>
            <ac:spMk id="14" creationId="{26B6EEE0-0FF3-31C5-4AD9-75E9052B852E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8:29.162" v="86" actId="20577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33:50.843" v="39" actId="14100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9:32.007" v="104" actId="1076"/>
          <ac:spMkLst>
            <pc:docMk/>
            <pc:sldMk cId="2416164109" sldId="259"/>
            <ac:spMk id="31" creationId="{0AD814C2-77EB-631E-5948-C1E8A09AEB87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9:45.772" v="107" actId="20577"/>
          <ac:spMkLst>
            <pc:docMk/>
            <pc:sldMk cId="2416164109" sldId="259"/>
            <ac:spMk id="33" creationId="{0D3216E5-8D47-1BCA-2750-5DDF0E44067A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8:54.553" v="94" actId="20577"/>
          <ac:spMkLst>
            <pc:docMk/>
            <pc:sldMk cId="2416164109" sldId="259"/>
            <ac:spMk id="34" creationId="{0CB05885-77DF-F02E-B183-5335C96D025E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9:57.288" v="110" actId="20577"/>
          <ac:spMkLst>
            <pc:docMk/>
            <pc:sldMk cId="2416164109" sldId="259"/>
            <ac:spMk id="35" creationId="{BA826459-7DAC-60DE-59E7-8182401606A4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9:50.757" v="109" actId="20577"/>
          <ac:spMkLst>
            <pc:docMk/>
            <pc:sldMk cId="2416164109" sldId="259"/>
            <ac:spMk id="37" creationId="{09AAE168-184E-3904-0577-968A628BADB2}"/>
          </ac:spMkLst>
        </pc:spChg>
        <pc:spChg chg="add del mod ord modVis">
          <ac:chgData name="Kuen-Yu Yen (Student)" userId="S::kuenyuye@sundevils.asu.edu::ccc5437a-84e3-4137-93a2-e2bcf05752c9" providerId="AD" clId="Web-{0C2305DB-F931-A34E-C6C6-784F5C1312D4}" dt="2025-11-30T22:27:54.525" v="18"/>
          <ac:spMkLst>
            <pc:docMk/>
            <pc:sldMk cId="2416164109" sldId="259"/>
            <ac:spMk id="38" creationId="{75D372C3-506E-7EAB-8486-18F022F70F8A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0:44:03.833" v="36" actId="20577"/>
          <ac:spMkLst>
            <pc:docMk/>
            <pc:sldMk cId="2416164109" sldId="259"/>
            <ac:spMk id="58" creationId="{DD4CA23E-A9DE-9639-8CB3-68AE0BAC258D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1-30T22:28:37.166" v="21" actId="1076"/>
          <ac:spMkLst>
            <pc:docMk/>
            <pc:sldMk cId="2416164109" sldId="259"/>
            <ac:spMk id="59" creationId="{E50C9404-EB14-D366-F0D0-EFFE6664EEF6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2-01T01:58:50.694" v="93" actId="20577"/>
          <ac:spMkLst>
            <pc:docMk/>
            <pc:sldMk cId="2416164109" sldId="259"/>
            <ac:spMk id="68" creationId="{8E4CE8CE-77E1-E86C-7B9C-C66D6C0C370E}"/>
          </ac:spMkLst>
        </pc:spChg>
        <pc:spChg chg="mod">
          <ac:chgData name="Kuen-Yu Yen (Student)" userId="S::kuenyuye@sundevils.asu.edu::ccc5437a-84e3-4137-93a2-e2bcf05752c9" providerId="AD" clId="Web-{0C2305DB-F931-A34E-C6C6-784F5C1312D4}" dt="2025-11-30T22:30:03.293" v="33" actId="14100"/>
          <ac:spMkLst>
            <pc:docMk/>
            <pc:sldMk cId="2416164109" sldId="259"/>
            <ac:spMk id="73" creationId="{3F6FDA06-6049-FF99-370E-74A264488C12}"/>
          </ac:spMkLst>
        </pc:spChg>
        <pc:grpChg chg="add mod">
          <ac:chgData name="Kuen-Yu Yen (Student)" userId="S::kuenyuye@sundevils.asu.edu::ccc5437a-84e3-4137-93a2-e2bcf05752c9" providerId="AD" clId="Web-{0C2305DB-F931-A34E-C6C6-784F5C1312D4}" dt="2025-11-30T22:29:14.292" v="26" actId="1076"/>
          <ac:grpSpMkLst>
            <pc:docMk/>
            <pc:sldMk cId="2416164109" sldId="259"/>
            <ac:grpSpMk id="39" creationId="{AF1C69AB-B1CE-3304-5C4C-0C050ABB655E}"/>
          </ac:grpSpMkLst>
        </pc:grpChg>
        <pc:grpChg chg="add mod">
          <ac:chgData name="Kuen-Yu Yen (Student)" userId="S::kuenyuye@sundevils.asu.edu::ccc5437a-84e3-4137-93a2-e2bcf05752c9" providerId="AD" clId="Web-{0C2305DB-F931-A34E-C6C6-784F5C1312D4}" dt="2025-12-01T01:57:27.631" v="83" actId="1076"/>
          <ac:grpSpMkLst>
            <pc:docMk/>
            <pc:sldMk cId="2416164109" sldId="259"/>
            <ac:grpSpMk id="40" creationId="{0BE37907-2CBC-D629-96EA-46987B8358E9}"/>
          </ac:grpSpMkLst>
        </pc:grpChg>
        <pc:grpChg chg="mod">
          <ac:chgData name="Kuen-Yu Yen (Student)" userId="S::kuenyuye@sundevils.asu.edu::ccc5437a-84e3-4137-93a2-e2bcf05752c9" providerId="AD" clId="Web-{0C2305DB-F931-A34E-C6C6-784F5C1312D4}" dt="2025-12-01T01:55:19.911" v="74" actId="14100"/>
          <ac:grpSpMkLst>
            <pc:docMk/>
            <pc:sldMk cId="2416164109" sldId="259"/>
            <ac:grpSpMk id="45" creationId="{E92B46A3-02F1-C911-A27F-8C65AF05B024}"/>
          </ac:grpSpMkLst>
        </pc:grpChg>
        <pc:grpChg chg="mod">
          <ac:chgData name="Kuen-Yu Yen (Student)" userId="S::kuenyuye@sundevils.asu.edu::ccc5437a-84e3-4137-93a2-e2bcf05752c9" providerId="AD" clId="Web-{0C2305DB-F931-A34E-C6C6-784F5C1312D4}" dt="2025-11-30T22:28:49.010" v="23" actId="1076"/>
          <ac:grpSpMkLst>
            <pc:docMk/>
            <pc:sldMk cId="2416164109" sldId="259"/>
            <ac:grpSpMk id="76" creationId="{20A81845-CF2E-64A3-8278-562155E5F518}"/>
          </ac:grpSpMkLst>
        </pc:grpChg>
        <pc:picChg chg="mod">
          <ac:chgData name="Kuen-Yu Yen (Student)" userId="S::kuenyuye@sundevils.asu.edu::ccc5437a-84e3-4137-93a2-e2bcf05752c9" providerId="AD" clId="Web-{0C2305DB-F931-A34E-C6C6-784F5C1312D4}" dt="2025-12-01T01:58:35.538" v="87" actId="1076"/>
          <ac:picMkLst>
            <pc:docMk/>
            <pc:sldMk cId="2416164109" sldId="259"/>
            <ac:picMk id="13" creationId="{6C267026-89A1-991B-10C8-B7FA9BDCDF8F}"/>
          </ac:picMkLst>
        </pc:picChg>
        <pc:picChg chg="add del mod">
          <ac:chgData name="Kuen-Yu Yen (Student)" userId="S::kuenyuye@sundevils.asu.edu::ccc5437a-84e3-4137-93a2-e2bcf05752c9" providerId="AD" clId="Web-{0C2305DB-F931-A34E-C6C6-784F5C1312D4}" dt="2025-12-01T01:51:25.439" v="53"/>
          <ac:picMkLst>
            <pc:docMk/>
            <pc:sldMk cId="2416164109" sldId="259"/>
            <ac:picMk id="38" creationId="{2ECEB319-05E6-E598-CA12-A28C7E2E6AD5}"/>
          </ac:picMkLst>
        </pc:picChg>
        <pc:picChg chg="mod">
          <ac:chgData name="Kuen-Yu Yen (Student)" userId="S::kuenyuye@sundevils.asu.edu::ccc5437a-84e3-4137-93a2-e2bcf05752c9" providerId="AD" clId="Web-{0C2305DB-F931-A34E-C6C6-784F5C1312D4}" dt="2025-12-01T01:54:09.770" v="72" actId="1076"/>
          <ac:picMkLst>
            <pc:docMk/>
            <pc:sldMk cId="2416164109" sldId="259"/>
            <ac:picMk id="44" creationId="{28A253E6-2CFB-3D1B-B120-16DDDEC8D928}"/>
          </ac:picMkLst>
        </pc:picChg>
        <pc:picChg chg="mod">
          <ac:chgData name="Kuen-Yu Yen (Student)" userId="S::kuenyuye@sundevils.asu.edu::ccc5437a-84e3-4137-93a2-e2bcf05752c9" providerId="AD" clId="Web-{0C2305DB-F931-A34E-C6C6-784F5C1312D4}" dt="2025-11-30T22:29:44.949" v="31" actId="14100"/>
          <ac:picMkLst>
            <pc:docMk/>
            <pc:sldMk cId="2416164109" sldId="259"/>
            <ac:picMk id="74" creationId="{1AC8C37C-6778-49C5-53A8-DD35DD507BED}"/>
          </ac:picMkLst>
        </pc:picChg>
      </pc:sldChg>
      <pc:sldChg chg="addSp modSp new">
        <pc:chgData name="Kuen-Yu Yen (Student)" userId="S::kuenyuye@sundevils.asu.edu::ccc5437a-84e3-4137-93a2-e2bcf05752c9" providerId="AD" clId="Web-{0C2305DB-F931-A34E-C6C6-784F5C1312D4}" dt="2025-12-01T01:55:49.333" v="82" actId="1076"/>
        <pc:sldMkLst>
          <pc:docMk/>
          <pc:sldMk cId="2177706627" sldId="260"/>
        </pc:sldMkLst>
        <pc:picChg chg="add mod">
          <ac:chgData name="Kuen-Yu Yen (Student)" userId="S::kuenyuye@sundevils.asu.edu::ccc5437a-84e3-4137-93a2-e2bcf05752c9" providerId="AD" clId="Web-{0C2305DB-F931-A34E-C6C6-784F5C1312D4}" dt="2025-12-01T01:55:47.286" v="79" actId="1076"/>
          <ac:picMkLst>
            <pc:docMk/>
            <pc:sldMk cId="2177706627" sldId="260"/>
            <ac:picMk id="2" creationId="{42C3F559-A89B-10B1-7935-229A6D9FEC46}"/>
          </ac:picMkLst>
        </pc:picChg>
        <pc:picChg chg="add mod">
          <ac:chgData name="Kuen-Yu Yen (Student)" userId="S::kuenyuye@sundevils.asu.edu::ccc5437a-84e3-4137-93a2-e2bcf05752c9" providerId="AD" clId="Web-{0C2305DB-F931-A34E-C6C6-784F5C1312D4}" dt="2025-12-01T01:55:49.333" v="82" actId="1076"/>
          <ac:picMkLst>
            <pc:docMk/>
            <pc:sldMk cId="2177706627" sldId="260"/>
            <ac:picMk id="3" creationId="{CCDE8CDE-1F4F-86F7-24A0-58F2948E1528}"/>
          </ac:picMkLst>
        </pc:picChg>
        <pc:picChg chg="add mod">
          <ac:chgData name="Kuen-Yu Yen (Student)" userId="S::kuenyuye@sundevils.asu.edu::ccc5437a-84e3-4137-93a2-e2bcf05752c9" providerId="AD" clId="Web-{0C2305DB-F931-A34E-C6C6-784F5C1312D4}" dt="2025-12-01T01:55:47.318" v="81" actId="1076"/>
          <ac:picMkLst>
            <pc:docMk/>
            <pc:sldMk cId="2177706627" sldId="260"/>
            <ac:picMk id="4" creationId="{D61BF059-80D6-BAF9-D858-57CE257FF1B8}"/>
          </ac:picMkLst>
        </pc:picChg>
        <pc:picChg chg="add mod">
          <ac:chgData name="Kuen-Yu Yen (Student)" userId="S::kuenyuye@sundevils.asu.edu::ccc5437a-84e3-4137-93a2-e2bcf05752c9" providerId="AD" clId="Web-{0C2305DB-F931-A34E-C6C6-784F5C1312D4}" dt="2025-12-01T01:53:08.347" v="65" actId="1076"/>
          <ac:picMkLst>
            <pc:docMk/>
            <pc:sldMk cId="2177706627" sldId="260"/>
            <ac:picMk id="5" creationId="{789961BB-41C5-1536-CA79-58F4F08BB190}"/>
          </ac:picMkLst>
        </pc:picChg>
        <pc:picChg chg="add mod modCrop">
          <ac:chgData name="Kuen-Yu Yen (Student)" userId="S::kuenyuye@sundevils.asu.edu::ccc5437a-84e3-4137-93a2-e2bcf05752c9" providerId="AD" clId="Web-{0C2305DB-F931-A34E-C6C6-784F5C1312D4}" dt="2025-12-01T01:55:35.864" v="75" actId="14100"/>
          <ac:picMkLst>
            <pc:docMk/>
            <pc:sldMk cId="2177706627" sldId="260"/>
            <ac:picMk id="6" creationId="{58198BC8-9050-8500-F458-05474E25E8F6}"/>
          </ac:picMkLst>
        </pc:picChg>
      </pc:sldChg>
      <pc:sldChg chg="del">
        <pc:chgData name="Kuen-Yu Yen (Student)" userId="S::kuenyuye@sundevils.asu.edu::ccc5437a-84e3-4137-93a2-e2bcf05752c9" providerId="AD" clId="Web-{0C2305DB-F931-A34E-C6C6-784F5C1312D4}" dt="2025-12-01T01:35:27.064" v="47"/>
        <pc:sldMkLst>
          <pc:docMk/>
          <pc:sldMk cId="4011222539" sldId="260"/>
        </pc:sldMkLst>
      </pc:sldChg>
      <pc:sldChg chg="del">
        <pc:chgData name="Kuen-Yu Yen (Student)" userId="S::kuenyuye@sundevils.asu.edu::ccc5437a-84e3-4137-93a2-e2bcf05752c9" providerId="AD" clId="Web-{0C2305DB-F931-A34E-C6C6-784F5C1312D4}" dt="2025-12-01T01:35:28.970" v="48"/>
        <pc:sldMkLst>
          <pc:docMk/>
          <pc:sldMk cId="264830215" sldId="261"/>
        </pc:sldMkLst>
      </pc:sldChg>
    </pc:docChg>
  </pc:docChgLst>
  <pc:docChgLst>
    <pc:chgData name="Kuen-Yu Yen (Student)" userId="S::kuenyuye@sundevils.asu.edu::ccc5437a-84e3-4137-93a2-e2bcf05752c9" providerId="AD" clId="Web-{8D60B654-78DF-7E57-4D24-06E24142C7DC}"/>
    <pc:docChg chg="modSld">
      <pc:chgData name="Kuen-Yu Yen (Student)" userId="S::kuenyuye@sundevils.asu.edu::ccc5437a-84e3-4137-93a2-e2bcf05752c9" providerId="AD" clId="Web-{8D60B654-78DF-7E57-4D24-06E24142C7DC}" dt="2025-12-01T23:56:32.362" v="130" actId="1076"/>
      <pc:docMkLst>
        <pc:docMk/>
      </pc:docMkLst>
      <pc:sldChg chg="delSp modSp">
        <pc:chgData name="Kuen-Yu Yen (Student)" userId="S::kuenyuye@sundevils.asu.edu::ccc5437a-84e3-4137-93a2-e2bcf05752c9" providerId="AD" clId="Web-{8D60B654-78DF-7E57-4D24-06E24142C7DC}" dt="2025-12-01T23:56:32.362" v="130" actId="1076"/>
        <pc:sldMkLst>
          <pc:docMk/>
          <pc:sldMk cId="2416164109" sldId="259"/>
        </pc:sldMkLst>
        <pc:spChg chg="mod">
          <ac:chgData name="Kuen-Yu Yen (Student)" userId="S::kuenyuye@sundevils.asu.edu::ccc5437a-84e3-4137-93a2-e2bcf05752c9" providerId="AD" clId="Web-{8D60B654-78DF-7E57-4D24-06E24142C7DC}" dt="2025-12-01T23:53:18.953" v="112" actId="14100"/>
          <ac:spMkLst>
            <pc:docMk/>
            <pc:sldMk cId="2416164109" sldId="259"/>
            <ac:spMk id="3" creationId="{513971FF-35E0-69C2-2BE4-89268EFAECF2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32:52.740" v="85" actId="14100"/>
          <ac:spMkLst>
            <pc:docMk/>
            <pc:sldMk cId="2416164109" sldId="259"/>
            <ac:spMk id="12" creationId="{776BAA0C-9B18-F747-7F86-D6B4E7647922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30:47.084" v="50" actId="14100"/>
          <ac:spMkLst>
            <pc:docMk/>
            <pc:sldMk cId="2416164109" sldId="259"/>
            <ac:spMk id="14" creationId="{26B6EEE0-0FF3-31C5-4AD9-75E9052B852E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23:22.188" v="5" actId="20577"/>
          <ac:spMkLst>
            <pc:docMk/>
            <pc:sldMk cId="2416164109" sldId="259"/>
            <ac:spMk id="15" creationId="{C794888A-1F62-70D9-D306-08BF66AA10E7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33:38.630" v="90" actId="14100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56:32.362" v="130" actId="1076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30:51.158" v="51" actId="1076"/>
          <ac:spMkLst>
            <pc:docMk/>
            <pc:sldMk cId="2416164109" sldId="259"/>
            <ac:spMk id="26" creationId="{2F8777D7-8617-9632-3AF0-E71AECA0FE2C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32:57.895" v="86" actId="1076"/>
          <ac:spMkLst>
            <pc:docMk/>
            <pc:sldMk cId="2416164109" sldId="259"/>
            <ac:spMk id="31" creationId="{0AD814C2-77EB-631E-5948-C1E8A09AEB87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54:51.658" v="117" actId="1076"/>
          <ac:spMkLst>
            <pc:docMk/>
            <pc:sldMk cId="2416164109" sldId="259"/>
            <ac:spMk id="33" creationId="{0D3216E5-8D47-1BCA-2750-5DDF0E44067A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54:57.096" v="118" actId="1076"/>
          <ac:spMkLst>
            <pc:docMk/>
            <pc:sldMk cId="2416164109" sldId="259"/>
            <ac:spMk id="35" creationId="{BA826459-7DAC-60DE-59E7-8182401606A4}"/>
          </ac:spMkLst>
        </pc:spChg>
        <pc:spChg chg="mod">
          <ac:chgData name="Kuen-Yu Yen (Student)" userId="S::kuenyuye@sundevils.asu.edu::ccc5437a-84e3-4137-93a2-e2bcf05752c9" providerId="AD" clId="Web-{8D60B654-78DF-7E57-4D24-06E24142C7DC}" dt="2025-12-01T23:54:33.611" v="115" actId="1076"/>
          <ac:spMkLst>
            <pc:docMk/>
            <pc:sldMk cId="2416164109" sldId="259"/>
            <ac:spMk id="37" creationId="{09AAE168-184E-3904-0577-968A628BADB2}"/>
          </ac:spMkLst>
        </pc:spChg>
        <pc:grpChg chg="del">
          <ac:chgData name="Kuen-Yu Yen (Student)" userId="S::kuenyuye@sundevils.asu.edu::ccc5437a-84e3-4137-93a2-e2bcf05752c9" providerId="AD" clId="Web-{8D60B654-78DF-7E57-4D24-06E24142C7DC}" dt="2025-12-01T23:52:46.918" v="108"/>
          <ac:grpSpMkLst>
            <pc:docMk/>
            <pc:sldMk cId="2416164109" sldId="259"/>
            <ac:grpSpMk id="30" creationId="{70E9683C-CBCC-B94D-785A-7C3F1C7460F3}"/>
          </ac:grpSpMkLst>
        </pc:grpChg>
        <pc:grpChg chg="mod">
          <ac:chgData name="Kuen-Yu Yen (Student)" userId="S::kuenyuye@sundevils.asu.edu::ccc5437a-84e3-4137-93a2-e2bcf05752c9" providerId="AD" clId="Web-{8D60B654-78DF-7E57-4D24-06E24142C7DC}" dt="2025-12-01T23:55:51.393" v="120" actId="1076"/>
          <ac:grpSpMkLst>
            <pc:docMk/>
            <pc:sldMk cId="2416164109" sldId="259"/>
            <ac:grpSpMk id="40" creationId="{0BE37907-2CBC-D629-96EA-46987B8358E9}"/>
          </ac:grpSpMkLst>
        </pc:grpChg>
        <pc:grpChg chg="del">
          <ac:chgData name="Kuen-Yu Yen (Student)" userId="S::kuenyuye@sundevils.asu.edu::ccc5437a-84e3-4137-93a2-e2bcf05752c9" providerId="AD" clId="Web-{8D60B654-78DF-7E57-4D24-06E24142C7DC}" dt="2025-12-01T23:51:52.772" v="98"/>
          <ac:grpSpMkLst>
            <pc:docMk/>
            <pc:sldMk cId="2416164109" sldId="259"/>
            <ac:grpSpMk id="45" creationId="{E92B46A3-02F1-C911-A27F-8C65AF05B024}"/>
          </ac:grpSpMkLst>
        </pc:grpChg>
        <pc:grpChg chg="del topLvl">
          <ac:chgData name="Kuen-Yu Yen (Student)" userId="S::kuenyuye@sundevils.asu.edu::ccc5437a-84e3-4137-93a2-e2bcf05752c9" providerId="AD" clId="Web-{8D60B654-78DF-7E57-4D24-06E24142C7DC}" dt="2025-12-01T23:52:50.903" v="109"/>
          <ac:grpSpMkLst>
            <pc:docMk/>
            <pc:sldMk cId="2416164109" sldId="259"/>
            <ac:grpSpMk id="79" creationId="{9949C753-E0FE-ABD6-F027-A1647D0B0AA9}"/>
          </ac:grpSpMkLst>
        </pc:grpChg>
        <pc:picChg chg="mod topLvl">
          <ac:chgData name="Kuen-Yu Yen (Student)" userId="S::kuenyuye@sundevils.asu.edu::ccc5437a-84e3-4137-93a2-e2bcf05752c9" providerId="AD" clId="Web-{8D60B654-78DF-7E57-4D24-06E24142C7DC}" dt="2025-12-01T23:52:58.013" v="111" actId="14100"/>
          <ac:picMkLst>
            <pc:docMk/>
            <pc:sldMk cId="2416164109" sldId="259"/>
            <ac:picMk id="23" creationId="{6CF1B176-CA14-C1AA-0C29-371939A7711C}"/>
          </ac:picMkLst>
        </pc:picChg>
        <pc:picChg chg="mod topLvl">
          <ac:chgData name="Kuen-Yu Yen (Student)" userId="S::kuenyuye@sundevils.asu.edu::ccc5437a-84e3-4137-93a2-e2bcf05752c9" providerId="AD" clId="Web-{8D60B654-78DF-7E57-4D24-06E24142C7DC}" dt="2025-12-01T23:52:28.164" v="107" actId="1076"/>
          <ac:picMkLst>
            <pc:docMk/>
            <pc:sldMk cId="2416164109" sldId="259"/>
            <ac:picMk id="42" creationId="{0246DCBD-9AE4-C42D-24A4-A24435941C29}"/>
          </ac:picMkLst>
        </pc:picChg>
        <pc:picChg chg="del topLvl">
          <ac:chgData name="Kuen-Yu Yen (Student)" userId="S::kuenyuye@sundevils.asu.edu::ccc5437a-84e3-4137-93a2-e2bcf05752c9" providerId="AD" clId="Web-{8D60B654-78DF-7E57-4D24-06E24142C7DC}" dt="2025-12-01T23:51:58.273" v="99"/>
          <ac:picMkLst>
            <pc:docMk/>
            <pc:sldMk cId="2416164109" sldId="259"/>
            <ac:picMk id="44" creationId="{28A253E6-2CFB-3D1B-B120-16DDDEC8D928}"/>
          </ac:picMkLst>
        </pc:picChg>
        <pc:picChg chg="mod">
          <ac:chgData name="Kuen-Yu Yen (Student)" userId="S::kuenyuye@sundevils.asu.edu::ccc5437a-84e3-4137-93a2-e2bcf05752c9" providerId="AD" clId="Web-{8D60B654-78DF-7E57-4D24-06E24142C7DC}" dt="2025-12-01T23:33:22.739" v="89" actId="1076"/>
          <ac:picMkLst>
            <pc:docMk/>
            <pc:sldMk cId="2416164109" sldId="259"/>
            <ac:picMk id="75" creationId="{02E1C6E8-798F-6B49-6BA1-347C595F2FFA}"/>
          </ac:picMkLst>
        </pc:picChg>
      </pc:sldChg>
    </pc:docChg>
  </pc:docChgLst>
  <pc:docChgLst>
    <pc:chgData name="Kuen-Yu Yen (Student)" userId="S::kuenyuye@sundevils.asu.edu::ccc5437a-84e3-4137-93a2-e2bcf05752c9" providerId="AD" clId="Web-{9623DDD6-4C2C-3B34-8F12-9238D589DC2C}"/>
    <pc:docChg chg="modSld sldOrd">
      <pc:chgData name="Kuen-Yu Yen (Student)" userId="S::kuenyuye@sundevils.asu.edu::ccc5437a-84e3-4137-93a2-e2bcf05752c9" providerId="AD" clId="Web-{9623DDD6-4C2C-3B34-8F12-9238D589DC2C}" dt="2025-11-30T20:10:27.795" v="445" actId="1076"/>
      <pc:docMkLst>
        <pc:docMk/>
      </pc:docMkLst>
      <pc:sldChg chg="ord">
        <pc:chgData name="Kuen-Yu Yen (Student)" userId="S::kuenyuye@sundevils.asu.edu::ccc5437a-84e3-4137-93a2-e2bcf05752c9" providerId="AD" clId="Web-{9623DDD6-4C2C-3B34-8F12-9238D589DC2C}" dt="2025-11-30T18:33:27.356" v="73"/>
        <pc:sldMkLst>
          <pc:docMk/>
          <pc:sldMk cId="1954664193" sldId="257"/>
        </pc:sldMkLst>
      </pc:sldChg>
      <pc:sldChg chg="delSp modSp">
        <pc:chgData name="Kuen-Yu Yen (Student)" userId="S::kuenyuye@sundevils.asu.edu::ccc5437a-84e3-4137-93a2-e2bcf05752c9" providerId="AD" clId="Web-{9623DDD6-4C2C-3B34-8F12-9238D589DC2C}" dt="2025-11-30T00:29:10.511" v="53" actId="1076"/>
        <pc:sldMkLst>
          <pc:docMk/>
          <pc:sldMk cId="3297761372" sldId="258"/>
        </pc:sldMkLst>
        <pc:picChg chg="mod">
          <ac:chgData name="Kuen-Yu Yen (Student)" userId="S::kuenyuye@sundevils.asu.edu::ccc5437a-84e3-4137-93a2-e2bcf05752c9" providerId="AD" clId="Web-{9623DDD6-4C2C-3B34-8F12-9238D589DC2C}" dt="2025-11-30T00:29:10.511" v="53" actId="1076"/>
          <ac:picMkLst>
            <pc:docMk/>
            <pc:sldMk cId="3297761372" sldId="258"/>
            <ac:picMk id="8" creationId="{6FBA3A58-75F1-97CD-20E1-EE1DFA2B9B49}"/>
          </ac:picMkLst>
        </pc:picChg>
        <pc:picChg chg="mod">
          <ac:chgData name="Kuen-Yu Yen (Student)" userId="S::kuenyuye@sundevils.asu.edu::ccc5437a-84e3-4137-93a2-e2bcf05752c9" providerId="AD" clId="Web-{9623DDD6-4C2C-3B34-8F12-9238D589DC2C}" dt="2025-11-30T00:29:08.167" v="51" actId="1076"/>
          <ac:picMkLst>
            <pc:docMk/>
            <pc:sldMk cId="3297761372" sldId="258"/>
            <ac:picMk id="10" creationId="{75F72E2A-4689-430C-AEB6-007919D33860}"/>
          </ac:picMkLst>
        </pc:picChg>
        <pc:picChg chg="del mod">
          <ac:chgData name="Kuen-Yu Yen (Student)" userId="S::kuenyuye@sundevils.asu.edu::ccc5437a-84e3-4137-93a2-e2bcf05752c9" providerId="AD" clId="Web-{9623DDD6-4C2C-3B34-8F12-9238D589DC2C}" dt="2025-11-30T00:29:01.589" v="49"/>
          <ac:picMkLst>
            <pc:docMk/>
            <pc:sldMk cId="3297761372" sldId="258"/>
            <ac:picMk id="17" creationId="{FAB3A2B0-A334-8DF1-3820-2767D3C873F6}"/>
          </ac:picMkLst>
        </pc:picChg>
        <pc:picChg chg="mod">
          <ac:chgData name="Kuen-Yu Yen (Student)" userId="S::kuenyuye@sundevils.asu.edu::ccc5437a-84e3-4137-93a2-e2bcf05752c9" providerId="AD" clId="Web-{9623DDD6-4C2C-3B34-8F12-9238D589DC2C}" dt="2025-11-30T00:29:09.292" v="52" actId="1076"/>
          <ac:picMkLst>
            <pc:docMk/>
            <pc:sldMk cId="3297761372" sldId="258"/>
            <ac:picMk id="19" creationId="{03D0BBF1-E921-5F15-053B-9373262CA0D7}"/>
          </ac:picMkLst>
        </pc:picChg>
        <pc:picChg chg="mod">
          <ac:chgData name="Kuen-Yu Yen (Student)" userId="S::kuenyuye@sundevils.asu.edu::ccc5437a-84e3-4137-93a2-e2bcf05752c9" providerId="AD" clId="Web-{9623DDD6-4C2C-3B34-8F12-9238D589DC2C}" dt="2025-11-30T00:28:57.308" v="46" actId="1076"/>
          <ac:picMkLst>
            <pc:docMk/>
            <pc:sldMk cId="3297761372" sldId="258"/>
            <ac:picMk id="20" creationId="{B8B998A9-4365-480E-E885-81445A80FE32}"/>
          </ac:picMkLst>
        </pc:picChg>
      </pc:sldChg>
      <pc:sldChg chg="addSp delSp modSp">
        <pc:chgData name="Kuen-Yu Yen (Student)" userId="S::kuenyuye@sundevils.asu.edu::ccc5437a-84e3-4137-93a2-e2bcf05752c9" providerId="AD" clId="Web-{9623DDD6-4C2C-3B34-8F12-9238D589DC2C}" dt="2025-11-30T20:10:27.795" v="445" actId="1076"/>
        <pc:sldMkLst>
          <pc:docMk/>
          <pc:sldMk cId="2416164109" sldId="259"/>
        </pc:sldMkLst>
        <pc:spChg chg="mod">
          <ac:chgData name="Kuen-Yu Yen (Student)" userId="S::kuenyuye@sundevils.asu.edu::ccc5437a-84e3-4137-93a2-e2bcf05752c9" providerId="AD" clId="Web-{9623DDD6-4C2C-3B34-8F12-9238D589DC2C}" dt="2025-11-30T19:04:35.264" v="147" actId="1076"/>
          <ac:spMkLst>
            <pc:docMk/>
            <pc:sldMk cId="2416164109" sldId="259"/>
            <ac:spMk id="10" creationId="{F729A73B-4BAD-2C6B-7CAC-2D2DFDE0DE4E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18:34:34.616" v="91" actId="14100"/>
          <ac:spMkLst>
            <pc:docMk/>
            <pc:sldMk cId="2416164109" sldId="259"/>
            <ac:spMk id="11" creationId="{471DBEC0-9268-6FD8-5933-9830E9815D5D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19:53:23.972" v="224" actId="14100"/>
          <ac:spMkLst>
            <pc:docMk/>
            <pc:sldMk cId="2416164109" sldId="259"/>
            <ac:spMk id="12" creationId="{776BAA0C-9B18-F747-7F86-D6B4E7647922}"/>
          </ac:spMkLst>
        </pc:spChg>
        <pc:spChg chg="del">
          <ac:chgData name="Kuen-Yu Yen (Student)" userId="S::kuenyuye@sundevils.asu.edu::ccc5437a-84e3-4137-93a2-e2bcf05752c9" providerId="AD" clId="Web-{9623DDD6-4C2C-3B34-8F12-9238D589DC2C}" dt="2025-11-30T19:53:36.519" v="226"/>
          <ac:spMkLst>
            <pc:docMk/>
            <pc:sldMk cId="2416164109" sldId="259"/>
            <ac:spMk id="13" creationId="{3F482930-FCD4-B5D7-A834-C785FCC210D5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4:07.040" v="16" actId="1076"/>
          <ac:spMkLst>
            <pc:docMk/>
            <pc:sldMk cId="2416164109" sldId="259"/>
            <ac:spMk id="16" creationId="{EBF8E5EF-B2BA-4213-2232-DE5281FA5765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19:05:04.390" v="151" actId="1076"/>
          <ac:spMkLst>
            <pc:docMk/>
            <pc:sldMk cId="2416164109" sldId="259"/>
            <ac:spMk id="17" creationId="{7EDEB3C6-B013-0CCE-1869-05C016DAC4A0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4:18.946" v="17" actId="14100"/>
          <ac:spMkLst>
            <pc:docMk/>
            <pc:sldMk cId="2416164109" sldId="259"/>
            <ac:spMk id="19" creationId="{B5CF7AC9-9E3E-DD7D-DD86-FBB0ECA33896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6:06.243" v="45" actId="1076"/>
          <ac:spMkLst>
            <pc:docMk/>
            <pc:sldMk cId="2416164109" sldId="259"/>
            <ac:spMk id="20" creationId="{C2CA2607-8030-9A29-6CCB-0409BF63D1EC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5:26.227" v="40" actId="14100"/>
          <ac:spMkLst>
            <pc:docMk/>
            <pc:sldMk cId="2416164109" sldId="259"/>
            <ac:spMk id="21" creationId="{A6DC43B2-DFFD-56D1-4D4E-A7E949FFCA4E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4:36.087" v="19" actId="1076"/>
          <ac:spMkLst>
            <pc:docMk/>
            <pc:sldMk cId="2416164109" sldId="259"/>
            <ac:spMk id="22" creationId="{32BC286B-C25A-1AFC-224A-6D0FD9FCEF85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0:40.929" v="11" actId="20577"/>
          <ac:spMkLst>
            <pc:docMk/>
            <pc:sldMk cId="2416164109" sldId="259"/>
            <ac:spMk id="26" creationId="{2F8777D7-8617-9632-3AF0-E71AECA0FE2C}"/>
          </ac:spMkLst>
        </pc:spChg>
        <pc:spChg chg="add mod">
          <ac:chgData name="Kuen-Yu Yen (Student)" userId="S::kuenyuye@sundevils.asu.edu::ccc5437a-84e3-4137-93a2-e2bcf05752c9" providerId="AD" clId="Web-{9623DDD6-4C2C-3B34-8F12-9238D589DC2C}" dt="2025-11-30T20:10:27.795" v="445" actId="1076"/>
          <ac:spMkLst>
            <pc:docMk/>
            <pc:sldMk cId="2416164109" sldId="259"/>
            <ac:spMk id="31" creationId="{0AD814C2-77EB-631E-5948-C1E8A09AEB87}"/>
          </ac:spMkLst>
        </pc:spChg>
        <pc:spChg chg="add mod">
          <ac:chgData name="Kuen-Yu Yen (Student)" userId="S::kuenyuye@sundevils.asu.edu::ccc5437a-84e3-4137-93a2-e2bcf05752c9" providerId="AD" clId="Web-{9623DDD6-4C2C-3B34-8F12-9238D589DC2C}" dt="2025-11-30T20:09:47.435" v="437" actId="1076"/>
          <ac:spMkLst>
            <pc:docMk/>
            <pc:sldMk cId="2416164109" sldId="259"/>
            <ac:spMk id="33" creationId="{0D3216E5-8D47-1BCA-2750-5DDF0E44067A}"/>
          </ac:spMkLst>
        </pc:spChg>
        <pc:spChg chg="add mod">
          <ac:chgData name="Kuen-Yu Yen (Student)" userId="S::kuenyuye@sundevils.asu.edu::ccc5437a-84e3-4137-93a2-e2bcf05752c9" providerId="AD" clId="Web-{9623DDD6-4C2C-3B34-8F12-9238D589DC2C}" dt="2025-11-30T20:09:42.481" v="435" actId="1076"/>
          <ac:spMkLst>
            <pc:docMk/>
            <pc:sldMk cId="2416164109" sldId="259"/>
            <ac:spMk id="35" creationId="{BA826459-7DAC-60DE-59E7-8182401606A4}"/>
          </ac:spMkLst>
        </pc:spChg>
        <pc:spChg chg="add mod">
          <ac:chgData name="Kuen-Yu Yen (Student)" userId="S::kuenyuye@sundevils.asu.edu::ccc5437a-84e3-4137-93a2-e2bcf05752c9" providerId="AD" clId="Web-{9623DDD6-4C2C-3B34-8F12-9238D589DC2C}" dt="2025-11-30T20:09:42.528" v="436" actId="1076"/>
          <ac:spMkLst>
            <pc:docMk/>
            <pc:sldMk cId="2416164109" sldId="259"/>
            <ac:spMk id="37" creationId="{09AAE168-184E-3904-0577-968A628BADB2}"/>
          </ac:spMkLst>
        </pc:spChg>
        <pc:spChg chg="del">
          <ac:chgData name="Kuen-Yu Yen (Student)" userId="S::kuenyuye@sundevils.asu.edu::ccc5437a-84e3-4137-93a2-e2bcf05752c9" providerId="AD" clId="Web-{9623DDD6-4C2C-3B34-8F12-9238D589DC2C}" dt="2025-11-30T19:04:30.966" v="146"/>
          <ac:spMkLst>
            <pc:docMk/>
            <pc:sldMk cId="2416164109" sldId="259"/>
            <ac:spMk id="51" creationId="{3DCB4D27-9CAC-0636-DEC5-4136B97E2FE6}"/>
          </ac:spMkLst>
        </pc:spChg>
        <pc:spChg chg="del">
          <ac:chgData name="Kuen-Yu Yen (Student)" userId="S::kuenyuye@sundevils.asu.edu::ccc5437a-84e3-4137-93a2-e2bcf05752c9" providerId="AD" clId="Web-{9623DDD6-4C2C-3B34-8F12-9238D589DC2C}" dt="2025-11-30T19:04:24.872" v="145"/>
          <ac:spMkLst>
            <pc:docMk/>
            <pc:sldMk cId="2416164109" sldId="259"/>
            <ac:spMk id="52" creationId="{A3E3142A-B179-5119-DE09-4E5ABC0DBA0B}"/>
          </ac:spMkLst>
        </pc:spChg>
        <pc:spChg chg="mod">
          <ac:chgData name="Kuen-Yu Yen (Student)" userId="S::kuenyuye@sundevils.asu.edu::ccc5437a-84e3-4137-93a2-e2bcf05752c9" providerId="AD" clId="Web-{9623DDD6-4C2C-3B34-8F12-9238D589DC2C}" dt="2025-11-30T00:20:24.366" v="7" actId="14100"/>
          <ac:spMkLst>
            <pc:docMk/>
            <pc:sldMk cId="2416164109" sldId="259"/>
            <ac:spMk id="73" creationId="{3F6FDA06-6049-FF99-370E-74A264488C12}"/>
          </ac:spMkLst>
        </pc:spChg>
        <pc:grpChg chg="add mod">
          <ac:chgData name="Kuen-Yu Yen (Student)" userId="S::kuenyuye@sundevils.asu.edu::ccc5437a-84e3-4137-93a2-e2bcf05752c9" providerId="AD" clId="Web-{9623DDD6-4C2C-3B34-8F12-9238D589DC2C}" dt="2025-11-30T19:43:40.901" v="171" actId="14100"/>
          <ac:grpSpMkLst>
            <pc:docMk/>
            <pc:sldMk cId="2416164109" sldId="259"/>
            <ac:grpSpMk id="30" creationId="{70E9683C-CBCC-B94D-785A-7C3F1C7460F3}"/>
          </ac:grpSpMkLst>
        </pc:grpChg>
        <pc:grpChg chg="mod">
          <ac:chgData name="Kuen-Yu Yen (Student)" userId="S::kuenyuye@sundevils.asu.edu::ccc5437a-84e3-4137-93a2-e2bcf05752c9" providerId="AD" clId="Web-{9623DDD6-4C2C-3B34-8F12-9238D589DC2C}" dt="2025-11-30T19:53:47.441" v="229" actId="1076"/>
          <ac:grpSpMkLst>
            <pc:docMk/>
            <pc:sldMk cId="2416164109" sldId="259"/>
            <ac:grpSpMk id="45" creationId="{E92B46A3-02F1-C911-A27F-8C65AF05B024}"/>
          </ac:grpSpMkLst>
        </pc:grpChg>
        <pc:grpChg chg="mod">
          <ac:chgData name="Kuen-Yu Yen (Student)" userId="S::kuenyuye@sundevils.asu.edu::ccc5437a-84e3-4137-93a2-e2bcf05752c9" providerId="AD" clId="Web-{9623DDD6-4C2C-3B34-8F12-9238D589DC2C}" dt="2025-11-30T00:25:43.149" v="43" actId="1076"/>
          <ac:grpSpMkLst>
            <pc:docMk/>
            <pc:sldMk cId="2416164109" sldId="259"/>
            <ac:grpSpMk id="76" creationId="{20A81845-CF2E-64A3-8278-562155E5F518}"/>
          </ac:grpSpMkLst>
        </pc:grpChg>
        <pc:grpChg chg="mod">
          <ac:chgData name="Kuen-Yu Yen (Student)" userId="S::kuenyuye@sundevils.asu.edu::ccc5437a-84e3-4137-93a2-e2bcf05752c9" providerId="AD" clId="Web-{9623DDD6-4C2C-3B34-8F12-9238D589DC2C}" dt="2025-11-30T18:59:57.864" v="110" actId="1076"/>
          <ac:grpSpMkLst>
            <pc:docMk/>
            <pc:sldMk cId="2416164109" sldId="259"/>
            <ac:grpSpMk id="79" creationId="{9949C753-E0FE-ABD6-F027-A1647D0B0AA9}"/>
          </ac:grpSpMkLst>
        </pc:grpChg>
        <pc:picChg chg="add mod ord">
          <ac:chgData name="Kuen-Yu Yen (Student)" userId="S::kuenyuye@sundevils.asu.edu::ccc5437a-84e3-4137-93a2-e2bcf05752c9" providerId="AD" clId="Web-{9623DDD6-4C2C-3B34-8F12-9238D589DC2C}" dt="2025-11-30T19:01:57.486" v="125" actId="14100"/>
          <ac:picMkLst>
            <pc:docMk/>
            <pc:sldMk cId="2416164109" sldId="259"/>
            <ac:picMk id="23" creationId="{6CF1B176-CA14-C1AA-0C29-371939A7711C}"/>
          </ac:picMkLst>
        </pc:picChg>
        <pc:picChg chg="mod">
          <ac:chgData name="Kuen-Yu Yen (Student)" userId="S::kuenyuye@sundevils.asu.edu::ccc5437a-84e3-4137-93a2-e2bcf05752c9" providerId="AD" clId="Web-{9623DDD6-4C2C-3B34-8F12-9238D589DC2C}" dt="2025-11-30T19:05:32.907" v="153" actId="1076"/>
          <ac:picMkLst>
            <pc:docMk/>
            <pc:sldMk cId="2416164109" sldId="259"/>
            <ac:picMk id="25" creationId="{FD7B6893-0BAE-4212-7E70-F72B9FEC844F}"/>
          </ac:picMkLst>
        </pc:picChg>
        <pc:picChg chg="mod">
          <ac:chgData name="Kuen-Yu Yen (Student)" userId="S::kuenyuye@sundevils.asu.edu::ccc5437a-84e3-4137-93a2-e2bcf05752c9" providerId="AD" clId="Web-{9623DDD6-4C2C-3B34-8F12-9238D589DC2C}" dt="2025-11-30T19:05:13.313" v="152" actId="14100"/>
          <ac:picMkLst>
            <pc:docMk/>
            <pc:sldMk cId="2416164109" sldId="259"/>
            <ac:picMk id="29" creationId="{3CFF9FEB-CCB8-B11D-C5CC-411E3AAE24C6}"/>
          </ac:picMkLst>
        </pc:picChg>
        <pc:picChg chg="del mod">
          <ac:chgData name="Kuen-Yu Yen (Student)" userId="S::kuenyuye@sundevils.asu.edu::ccc5437a-84e3-4137-93a2-e2bcf05752c9" providerId="AD" clId="Web-{9623DDD6-4C2C-3B34-8F12-9238D589DC2C}" dt="2025-11-30T19:01:50.079" v="124"/>
          <ac:picMkLst>
            <pc:docMk/>
            <pc:sldMk cId="2416164109" sldId="259"/>
            <ac:picMk id="63" creationId="{0E8530B4-77BA-AD9E-8C53-5EB55883F465}"/>
          </ac:picMkLst>
        </pc:picChg>
      </pc:sldChg>
    </pc:docChg>
  </pc:docChgLst>
  <pc:docChgLst>
    <pc:chgData name="Piyush Gautam (Student)" userId="S::pgauta11@sundevils.asu.edu::b16c591e-683a-4f5e-b04c-ee586b78acf4" providerId="AD" clId="Web-{8274A138-894C-C6A5-1348-235D6CA67A31}"/>
    <pc:docChg chg="modSld">
      <pc:chgData name="Piyush Gautam (Student)" userId="S::pgauta11@sundevils.asu.edu::b16c591e-683a-4f5e-b04c-ee586b78acf4" providerId="AD" clId="Web-{8274A138-894C-C6A5-1348-235D6CA67A31}" dt="2025-11-30T00:14:25.802" v="105" actId="1076"/>
      <pc:docMkLst>
        <pc:docMk/>
      </pc:docMkLst>
    </pc:docChg>
  </pc:docChgLst>
  <pc:docChgLst>
    <pc:chgData name="Nikita Nivas Pawar (Student)" userId="S::npawar12@sundevils.asu.edu::f5d8c46a-0400-4c02-9c03-a9f32297f1d9" providerId="AD" clId="Web-{79772ADA-E6C4-825C-1FB2-9DF4E1EBE64F}"/>
    <pc:docChg chg="modSld">
      <pc:chgData name="Nikita Nivas Pawar (Student)" userId="S::npawar12@sundevils.asu.edu::f5d8c46a-0400-4c02-9c03-a9f32297f1d9" providerId="AD" clId="Web-{79772ADA-E6C4-825C-1FB2-9DF4E1EBE64F}" dt="2025-12-01T02:26:03.504" v="550" actId="107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6CDD7-09B6-4BB3-9069-2B95837CC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3325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7163" y="8823325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9BA33-46DD-4DE6-9BEC-D9D96B7B7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40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9530" y="1907261"/>
            <a:ext cx="27037822" cy="10284742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49530" y="12435840"/>
            <a:ext cx="27037822" cy="7101146"/>
          </a:xfrm>
        </p:spPr>
        <p:txBody>
          <a:bodyPr anchor="t">
            <a:normAutofit/>
          </a:bodyPr>
          <a:lstStyle>
            <a:lvl1pPr marL="0" indent="0" algn="ctr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9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1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9530" y="10466235"/>
            <a:ext cx="27037822" cy="5834576"/>
          </a:xfrm>
        </p:spPr>
        <p:txBody>
          <a:bodyPr anchor="b">
            <a:normAutofit/>
          </a:bodyPr>
          <a:lstStyle>
            <a:lvl1pPr algn="r">
              <a:defRPr sz="4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9530" y="16332192"/>
            <a:ext cx="27037822" cy="31944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4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6051" y="6594875"/>
            <a:ext cx="13266263" cy="129002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06090" y="6594874"/>
            <a:ext cx="13281260" cy="129002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3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2703" y="6594874"/>
            <a:ext cx="12229607" cy="2347507"/>
          </a:xfrm>
        </p:spPr>
        <p:txBody>
          <a:bodyPr anchor="b">
            <a:noAutofit/>
          </a:bodyPr>
          <a:lstStyle>
            <a:lvl1pPr marL="0" indent="0">
              <a:buNone/>
              <a:defRPr sz="33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6051" y="8915288"/>
            <a:ext cx="13266263" cy="10611306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676540" y="6594875"/>
            <a:ext cx="12310812" cy="2320413"/>
          </a:xfrm>
        </p:spPr>
        <p:txBody>
          <a:bodyPr anchor="b">
            <a:noAutofit/>
          </a:bodyPr>
          <a:lstStyle>
            <a:lvl1pPr marL="0" indent="0">
              <a:buNone/>
              <a:defRPr sz="33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94" y="8915288"/>
            <a:ext cx="13325472" cy="10611306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0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051" y="5615770"/>
            <a:ext cx="9826283" cy="4389120"/>
          </a:xfrm>
        </p:spPr>
        <p:txBody>
          <a:bodyPr anchor="b">
            <a:normAutofit/>
          </a:bodyPr>
          <a:lstStyle>
            <a:lvl1pPr algn="l">
              <a:defRPr sz="33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3882" y="1907259"/>
            <a:ext cx="16203470" cy="17619331"/>
          </a:xfrm>
        </p:spPr>
        <p:txBody>
          <a:bodyPr anchor="ctr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6051" y="10004890"/>
            <a:ext cx="9826283" cy="585216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051" y="6074461"/>
            <a:ext cx="15925691" cy="438912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55591" y="-58522"/>
            <a:ext cx="9000223" cy="22091904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2347" y="10463581"/>
            <a:ext cx="15925691" cy="585216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285137" y="19780302"/>
            <a:ext cx="2586607" cy="1168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46053" y="19780302"/>
            <a:ext cx="13339080" cy="11684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8887343" y="19780301"/>
            <a:ext cx="1098670" cy="10536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8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3639" y="14007954"/>
            <a:ext cx="26686825" cy="2904016"/>
          </a:xfrm>
        </p:spPr>
        <p:txBody>
          <a:bodyPr anchor="b">
            <a:normAutofit/>
          </a:bodyPr>
          <a:lstStyle>
            <a:lvl1pPr algn="l">
              <a:defRPr sz="3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3643" y="3187802"/>
            <a:ext cx="26285137" cy="953960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3639" y="16911968"/>
            <a:ext cx="26686825" cy="261462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03641" y="19780302"/>
            <a:ext cx="19214201" cy="11684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1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049" y="1907258"/>
            <a:ext cx="27041306" cy="10040902"/>
          </a:xfrm>
        </p:spPr>
        <p:txBody>
          <a:bodyPr anchor="ctr">
            <a:normAutofit/>
          </a:bodyPr>
          <a:lstStyle>
            <a:lvl1pPr algn="l">
              <a:defRPr sz="4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049" y="13898880"/>
            <a:ext cx="27041306" cy="5627712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88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101747" y="2752883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99761" y="9554954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793" y="1907259"/>
            <a:ext cx="25106814" cy="9741053"/>
          </a:xfrm>
        </p:spPr>
        <p:txBody>
          <a:bodyPr anchor="ctr">
            <a:normAutofit/>
          </a:bodyPr>
          <a:lstStyle>
            <a:lvl1pPr algn="l">
              <a:defRPr sz="4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23170" y="11681939"/>
            <a:ext cx="23872061" cy="12192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1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051" y="14851859"/>
            <a:ext cx="27041303" cy="4632960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89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049" y="11531411"/>
            <a:ext cx="27044417" cy="4700160"/>
          </a:xfrm>
        </p:spPr>
        <p:txBody>
          <a:bodyPr anchor="b">
            <a:normAutofit/>
          </a:bodyPr>
          <a:lstStyle>
            <a:lvl1pPr algn="l">
              <a:defRPr sz="4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5656" y="16231571"/>
            <a:ext cx="27044420" cy="329502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21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101747" y="2412323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95204" y="9214394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793" y="1907259"/>
            <a:ext cx="25106814" cy="9101981"/>
          </a:xfrm>
        </p:spPr>
        <p:txBody>
          <a:bodyPr anchor="ctr">
            <a:normAutofit/>
          </a:bodyPr>
          <a:lstStyle>
            <a:lvl1pPr algn="l">
              <a:defRPr sz="4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46049" y="12435840"/>
            <a:ext cx="27044417" cy="337171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049" y="15807558"/>
            <a:ext cx="27044417" cy="3719034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88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047" y="1907259"/>
            <a:ext cx="27041303" cy="882170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2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46047" y="11785413"/>
            <a:ext cx="27041303" cy="335770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049" y="15143117"/>
            <a:ext cx="27041299" cy="4383475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3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46051" y="1907258"/>
            <a:ext cx="27041303" cy="41999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0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86149" y="1907258"/>
            <a:ext cx="6401203" cy="176193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6051" y="1907258"/>
            <a:ext cx="20246893" cy="176193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741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32369760" y="0"/>
            <a:ext cx="548640" cy="21945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2" y="0"/>
            <a:ext cx="548640" cy="21945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32918400" cy="2743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19202400"/>
            <a:ext cx="32918400" cy="274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endParaRPr lang="en-US"/>
          </a:p>
        </p:txBody>
      </p:sp>
      <p:sp>
        <p:nvSpPr>
          <p:cNvPr id="11" name="Instructions"/>
          <p:cNvSpPr/>
          <p:nvPr userDrawn="1"/>
        </p:nvSpPr>
        <p:spPr>
          <a:xfrm>
            <a:off x="-7680960" y="0"/>
            <a:ext cx="7132320" cy="21945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428" tIns="122428" rIns="122428" bIns="122428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47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470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24” high by 36” wide. It can be used to print any poster with a 2:3 aspect ratio including 36x54 and 48x72.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47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47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33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33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47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47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47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3300" b="1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3300" b="1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33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1286"/>
              </a:spcAft>
            </a:pPr>
            <a:r>
              <a:rPr lang="en-US" sz="33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1286"/>
              </a:spcAft>
            </a:pPr>
            <a:br>
              <a:rPr lang="en-US" sz="24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24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33467040" y="0"/>
            <a:ext cx="7132320" cy="21945600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47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47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47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470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33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33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33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48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47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33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33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1286"/>
                </a:spcAft>
              </a:pP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33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33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24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24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200" y="2167793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4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6051" y="1907258"/>
            <a:ext cx="27041303" cy="4199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053" y="6594874"/>
            <a:ext cx="27041299" cy="12931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86149" y="19770434"/>
            <a:ext cx="463487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46051" y="19770434"/>
            <a:ext cx="20246893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01929" y="19770434"/>
            <a:ext cx="1488539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06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62C3C-CEC9-5BA6-2F59-D3360A64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D23C0025-0697-8FF9-99EE-65B186690B35}"/>
              </a:ext>
            </a:extLst>
          </p:cNvPr>
          <p:cNvGrpSpPr/>
          <p:nvPr/>
        </p:nvGrpSpPr>
        <p:grpSpPr>
          <a:xfrm>
            <a:off x="65" y="-13126"/>
            <a:ext cx="32916256" cy="2494406"/>
            <a:chOff x="65" y="-13126"/>
            <a:chExt cx="32916256" cy="249440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87D4BD1-EE35-1B65-E693-FF49A97912BE}"/>
                </a:ext>
              </a:extLst>
            </p:cNvPr>
            <p:cNvSpPr/>
            <p:nvPr/>
          </p:nvSpPr>
          <p:spPr>
            <a:xfrm>
              <a:off x="65" y="-13126"/>
              <a:ext cx="32908478" cy="2494406"/>
            </a:xfrm>
            <a:prstGeom prst="rect">
              <a:avLst/>
            </a:prstGeom>
            <a:solidFill>
              <a:srgbClr val="1842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7D2BC45F-5F05-E99E-D9F6-76D7F5558AD7}"/>
                </a:ext>
              </a:extLst>
            </p:cNvPr>
            <p:cNvCxnSpPr/>
            <p:nvPr/>
          </p:nvCxnSpPr>
          <p:spPr>
            <a:xfrm>
              <a:off x="4495" y="2469910"/>
              <a:ext cx="32911826" cy="5263"/>
            </a:xfrm>
            <a:prstGeom prst="straightConnector1">
              <a:avLst/>
            </a:prstGeom>
            <a:solidFill>
              <a:srgbClr val="18426F"/>
            </a:solidFill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4" name="Text Box 122">
            <a:extLst>
              <a:ext uri="{FF2B5EF4-FFF2-40B4-BE49-F238E27FC236}">
                <a16:creationId xmlns:a16="http://schemas.microsoft.com/office/drawing/2014/main" id="{8249312B-BDE2-8F5F-71E3-80C2964B8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521" y="390554"/>
            <a:ext cx="23307444" cy="172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7942" tIns="244855" rIns="97942" bIns="244855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8000">
                <a:solidFill>
                  <a:schemeClr val="accent3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Amkor Technology Interactive Financial Dashboard</a:t>
            </a:r>
            <a:endParaRPr lang="zh-TW" altLang="en-US" sz="8000">
              <a:solidFill>
                <a:schemeClr val="accent3">
                  <a:lumMod val="20000"/>
                  <a:lumOff val="80000"/>
                </a:schemeClr>
              </a:solidFill>
              <a:latin typeface="Arial"/>
              <a:ea typeface="新細明體"/>
              <a:cs typeface="Arial"/>
            </a:endParaRPr>
          </a:p>
        </p:txBody>
      </p:sp>
      <p:pic>
        <p:nvPicPr>
          <p:cNvPr id="7" name="圖片 6" descr="一張含有 標誌, 字型, 圖形, 品牌 的圖片&#10;&#10;AI 產生的內容可能不正確。">
            <a:extLst>
              <a:ext uri="{FF2B5EF4-FFF2-40B4-BE49-F238E27FC236}">
                <a16:creationId xmlns:a16="http://schemas.microsoft.com/office/drawing/2014/main" id="{5D7062FA-C5B9-6054-8AD3-7EC0D588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" t="11756" r="1386" b="13503"/>
          <a:stretch>
            <a:fillRect/>
          </a:stretch>
        </p:blipFill>
        <p:spPr>
          <a:xfrm>
            <a:off x="921000" y="354157"/>
            <a:ext cx="2439667" cy="17613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601B6D9-DCCE-0D42-7C3B-E183EBE49704}"/>
              </a:ext>
            </a:extLst>
          </p:cNvPr>
          <p:cNvSpPr txBox="1"/>
          <p:nvPr/>
        </p:nvSpPr>
        <p:spPr>
          <a:xfrm>
            <a:off x="4055021" y="295955"/>
            <a:ext cx="10347050" cy="502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30000">
                <a:solidFill>
                  <a:schemeClr val="accent3">
                    <a:lumMod val="20000"/>
                    <a:lumOff val="80000"/>
                  </a:schemeClr>
                </a:solidFill>
                <a:ea typeface="+mn-lt"/>
                <a:cs typeface="+mn-lt"/>
              </a:rPr>
              <a:t>Arizona State University,</a:t>
            </a:r>
            <a:r>
              <a:rPr lang="en-US" sz="4000" baseline="30000">
                <a:solidFill>
                  <a:schemeClr val="accent3">
                    <a:lumMod val="20000"/>
                    <a:lumOff val="80000"/>
                  </a:schemeClr>
                </a:solidFill>
                <a:ea typeface="新細明體"/>
              </a:rPr>
              <a:t> </a:t>
            </a:r>
            <a:r>
              <a:rPr lang="en-US" altLang="zh-TW" sz="4000" baseline="30000">
                <a:solidFill>
                  <a:schemeClr val="accent3">
                    <a:lumMod val="20000"/>
                    <a:lumOff val="80000"/>
                  </a:schemeClr>
                </a:solidFill>
                <a:ea typeface="新細明體"/>
              </a:rPr>
              <a:t>W. P. Carey School of Business</a:t>
            </a:r>
            <a:endParaRPr lang="zh-TW" altLang="en-US" sz="4000" baseline="30000">
              <a:solidFill>
                <a:schemeClr val="accent3">
                  <a:lumMod val="20000"/>
                  <a:lumOff val="80000"/>
                </a:schemeClr>
              </a:solidFill>
              <a:ea typeface="新細明體"/>
              <a:cs typeface="Calibr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F8E5EF-B2BA-4213-2232-DE5281FA5765}"/>
              </a:ext>
            </a:extLst>
          </p:cNvPr>
          <p:cNvSpPr/>
          <p:nvPr/>
        </p:nvSpPr>
        <p:spPr>
          <a:xfrm>
            <a:off x="505162" y="2927155"/>
            <a:ext cx="10321884" cy="7350749"/>
          </a:xfrm>
          <a:prstGeom prst="rect">
            <a:avLst/>
          </a:prstGeom>
          <a:solidFill>
            <a:srgbClr val="CC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9C2B3C-0FF6-0A1C-9C48-75A288C9FD46}"/>
              </a:ext>
            </a:extLst>
          </p:cNvPr>
          <p:cNvSpPr/>
          <p:nvPr/>
        </p:nvSpPr>
        <p:spPr>
          <a:xfrm>
            <a:off x="1124714" y="2522002"/>
            <a:ext cx="8806538" cy="70872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r>
              <a:rPr lang="en-US" sz="5400" b="1">
                <a:solidFill>
                  <a:srgbClr val="073763"/>
                </a:solidFill>
                <a:ea typeface="新細明體"/>
              </a:rPr>
              <a:t>PROJECT BACKGROUND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CF7AC9-9E3E-DD7D-DD86-FBB0ECA33896}"/>
              </a:ext>
            </a:extLst>
          </p:cNvPr>
          <p:cNvSpPr/>
          <p:nvPr/>
        </p:nvSpPr>
        <p:spPr>
          <a:xfrm>
            <a:off x="546837" y="10649609"/>
            <a:ext cx="10027397" cy="5948030"/>
          </a:xfrm>
          <a:prstGeom prst="rect">
            <a:avLst/>
          </a:prstGeom>
          <a:solidFill>
            <a:srgbClr val="CC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C2CA2607-8030-9A29-6CCB-0409BF63D1EC}"/>
              </a:ext>
            </a:extLst>
          </p:cNvPr>
          <p:cNvSpPr/>
          <p:nvPr/>
        </p:nvSpPr>
        <p:spPr>
          <a:xfrm>
            <a:off x="917484" y="10289638"/>
            <a:ext cx="8806538" cy="70872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r>
              <a:rPr lang="en-US" sz="5400" b="1">
                <a:solidFill>
                  <a:srgbClr val="073763"/>
                </a:solidFill>
                <a:ea typeface="新細明體"/>
              </a:rPr>
              <a:t>OPERATIONS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DC43B2-DFFD-56D1-4D4E-A7E949FFCA4E}"/>
              </a:ext>
            </a:extLst>
          </p:cNvPr>
          <p:cNvSpPr/>
          <p:nvPr/>
        </p:nvSpPr>
        <p:spPr>
          <a:xfrm>
            <a:off x="21438655" y="2939240"/>
            <a:ext cx="11137447" cy="18610200"/>
          </a:xfrm>
          <a:prstGeom prst="rect">
            <a:avLst/>
          </a:prstGeom>
          <a:solidFill>
            <a:srgbClr val="CC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Rectangle 31">
            <a:extLst>
              <a:ext uri="{FF2B5EF4-FFF2-40B4-BE49-F238E27FC236}">
                <a16:creationId xmlns:a16="http://schemas.microsoft.com/office/drawing/2014/main" id="{32BC286B-C25A-1AFC-224A-6D0FD9FCEF85}"/>
              </a:ext>
            </a:extLst>
          </p:cNvPr>
          <p:cNvSpPr/>
          <p:nvPr/>
        </p:nvSpPr>
        <p:spPr>
          <a:xfrm>
            <a:off x="22795801" y="2522403"/>
            <a:ext cx="8806538" cy="71288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r>
              <a:rPr lang="en-US" altLang="zh-TW" sz="5400" b="1">
                <a:solidFill>
                  <a:srgbClr val="073763"/>
                </a:solidFill>
                <a:ea typeface="新細明體"/>
              </a:rPr>
              <a:t>FORECASTING MODELS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4BD1D999-FD89-E8AC-BD44-38C933DCEC27}"/>
              </a:ext>
            </a:extLst>
          </p:cNvPr>
          <p:cNvSpPr/>
          <p:nvPr/>
        </p:nvSpPr>
        <p:spPr>
          <a:xfrm>
            <a:off x="11838417" y="2438041"/>
            <a:ext cx="8806538" cy="83288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971" tIns="24486" rIns="48971" bIns="24486" rtlCol="0" anchor="ctr"/>
          <a:lstStyle/>
          <a:p>
            <a:pPr algn="ctr"/>
            <a:r>
              <a:rPr lang="en-US" altLang="zh-TW" sz="5400" b="1">
                <a:solidFill>
                  <a:srgbClr val="073763"/>
                </a:solidFill>
                <a:ea typeface="新細明體"/>
              </a:rPr>
              <a:t>FINANCIALS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073AF90-2B33-9DF2-B9E9-D68AA354C550}"/>
              </a:ext>
            </a:extLst>
          </p:cNvPr>
          <p:cNvSpPr txBox="1"/>
          <p:nvPr/>
        </p:nvSpPr>
        <p:spPr>
          <a:xfrm>
            <a:off x="3969511" y="1830886"/>
            <a:ext cx="242403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>
                <a:ea typeface="新細明體"/>
              </a:rPr>
              <a:t>Group 21:</a:t>
            </a:r>
            <a:r>
              <a:rPr lang="zh-TW" altLang="en-US" sz="2400">
                <a:ea typeface="新細明體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Edselmo</a:t>
            </a:r>
            <a:r>
              <a:rPr lang="en-US" sz="2400">
                <a:ea typeface="+mn-lt"/>
                <a:cs typeface="+mn-lt"/>
              </a:rPr>
              <a:t> Biondi, Kuen-Yu Yen, Piyush Gautam,</a:t>
            </a:r>
            <a:r>
              <a:rPr lang="ja-JP" altLang="en-US" sz="2400">
                <a:ea typeface="+mn-lt"/>
                <a:cs typeface="+mn-lt"/>
              </a:rPr>
              <a:t> </a:t>
            </a:r>
            <a:r>
              <a:rPr lang="en-US" sz="2400">
                <a:ea typeface="+mn-lt"/>
                <a:cs typeface="+mn-lt"/>
              </a:rPr>
              <a:t>Nikita N. Pawar, Ayush </a:t>
            </a:r>
            <a:r>
              <a:rPr lang="en-US" sz="2400" err="1">
                <a:ea typeface="+mn-lt"/>
                <a:cs typeface="+mn-lt"/>
              </a:rPr>
              <a:t>Kaurav</a:t>
            </a:r>
            <a:endParaRPr lang="en-US" altLang="zh-TW" sz="2400" err="1">
              <a:ea typeface="+mn-lt"/>
              <a:cs typeface="+mn-lt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6B6EEE0-0FF3-31C5-4AD9-75E9052B852E}"/>
              </a:ext>
            </a:extLst>
          </p:cNvPr>
          <p:cNvSpPr txBox="1"/>
          <p:nvPr/>
        </p:nvSpPr>
        <p:spPr>
          <a:xfrm>
            <a:off x="916434" y="14035797"/>
            <a:ext cx="869486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AMKR 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Second-best performer - trails only ASE across all years.</a:t>
            </a:r>
            <a:endParaRPr lang="zh-TW" sz="2400">
              <a:solidFill>
                <a:schemeClr val="bg1"/>
              </a:solidFill>
              <a:latin typeface="Times New Roman"/>
              <a:ea typeface="新細明體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Outperforms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JCET by</a:t>
            </a:r>
            <a:r>
              <a:rPr 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20-45%</a:t>
            </a:r>
            <a:r>
              <a:rPr 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throughout the period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.</a:t>
            </a:r>
            <a:endParaRPr lang="zh-TW" sz="2400">
              <a:solidFill>
                <a:schemeClr val="bg1"/>
              </a:solidFill>
              <a:latin typeface="Times New Roman"/>
              <a:ea typeface="新細明體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10-15%</a:t>
            </a:r>
            <a:r>
              <a:rPr 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below ASE but significantly above JCET and PTI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65-75%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higher revenue per PPE than PTI.</a:t>
            </a:r>
            <a:endParaRPr lang="en-US" altLang="zh-TW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Most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stable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-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minimal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volatility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compared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competitors.</a:t>
            </a:r>
            <a:endParaRPr lang="zh-TW" sz="2400" b="1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Consistent range of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1.73-2.32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, showing reliable asset productivity.</a:t>
            </a:r>
            <a:endParaRPr lang="en-US" altLang="zh-TW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794888A-1F62-70D9-D306-08BF66AA10E7}"/>
              </a:ext>
            </a:extLst>
          </p:cNvPr>
          <p:cNvSpPr txBox="1"/>
          <p:nvPr/>
        </p:nvSpPr>
        <p:spPr>
          <a:xfrm>
            <a:off x="510460" y="3221061"/>
            <a:ext cx="7158792" cy="7817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The</a:t>
            </a:r>
            <a:r>
              <a:rPr lang="zh-TW" altLang="en-US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Challenge</a:t>
            </a:r>
          </a:p>
          <a:p>
            <a:r>
              <a:rPr 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Amkor Technology's decision-makers lack real-time visibility into customer, vendor, and competitor performance. Critical metrics are scattered across SEC filings, press releases, and analyst reports, making manual data collection time-consuming and reactive.</a:t>
            </a:r>
            <a:br>
              <a:rPr lang="zh-TW" altLang="en-US" sz="2400">
                <a:latin typeface="Times New Roman"/>
                <a:ea typeface="+mn-lt"/>
                <a:cs typeface="+mn-lt"/>
              </a:rPr>
            </a:br>
            <a:endParaRPr lang="zh-TW" altLang="en-US" sz="2400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Our</a:t>
            </a:r>
            <a:r>
              <a:rPr lang="zh-TW" altLang="en-US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Solution</a:t>
            </a:r>
            <a:endParaRPr lang="zh-TW" altLang="en-US" sz="2400" b="1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interactive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Power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BI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dashboard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consolidating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key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customer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metrics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with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AI-powered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predictive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analytics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deliver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actionable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business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insights.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br>
              <a:rPr lang="en-US" altLang="zh-TW" sz="2400">
                <a:latin typeface="Times New Roman"/>
                <a:ea typeface="新細明體"/>
              </a:rPr>
            </a:b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Key</a:t>
            </a:r>
            <a:r>
              <a:rPr lang="zh-TW" altLang="en-US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Objectives</a:t>
            </a:r>
            <a:endParaRPr lang="zh-TW" altLang="en-US" sz="2400" b="1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Real-time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data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visualization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for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better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decisions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Predictive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analytics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anticipate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trends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AI-generated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automated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insights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Enhanced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visibility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into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customers,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vendors,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br>
              <a:rPr lang="zh-TW" altLang="en-US" sz="2400">
                <a:latin typeface="Times New Roman"/>
                <a:ea typeface="+mn-lt"/>
                <a:cs typeface="+mn-lt"/>
              </a:rPr>
            </a:b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competitors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br>
              <a:rPr lang="en-US" altLang="zh-TW"/>
            </a:b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24" name="圖片 23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CD243BBB-5B91-F1AD-4946-AEBBF5601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" r="355" b="-1210"/>
          <a:stretch>
            <a:fillRect/>
          </a:stretch>
        </p:blipFill>
        <p:spPr>
          <a:xfrm>
            <a:off x="925963" y="11128782"/>
            <a:ext cx="9265651" cy="2852198"/>
          </a:xfrm>
          <a:prstGeom prst="rect">
            <a:avLst/>
          </a:prstGeom>
        </p:spPr>
      </p:pic>
      <p:pic>
        <p:nvPicPr>
          <p:cNvPr id="42" name="圖片 41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0246DCBD-9AE4-C42D-24A4-A24435941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61" b="50293"/>
          <a:stretch>
            <a:fillRect/>
          </a:stretch>
        </p:blipFill>
        <p:spPr>
          <a:xfrm>
            <a:off x="21593283" y="11929811"/>
            <a:ext cx="10826108" cy="4928474"/>
          </a:xfrm>
          <a:prstGeom prst="rect">
            <a:avLst/>
          </a:prstGeom>
        </p:spPr>
      </p:pic>
      <p:grpSp>
        <p:nvGrpSpPr>
          <p:cNvPr id="40" name="群組 39">
            <a:extLst>
              <a:ext uri="{FF2B5EF4-FFF2-40B4-BE49-F238E27FC236}">
                <a16:creationId xmlns:a16="http://schemas.microsoft.com/office/drawing/2014/main" id="{0BE37907-2CBC-D629-96EA-46987B8358E9}"/>
              </a:ext>
            </a:extLst>
          </p:cNvPr>
          <p:cNvGrpSpPr/>
          <p:nvPr/>
        </p:nvGrpSpPr>
        <p:grpSpPr>
          <a:xfrm>
            <a:off x="17631681" y="9623155"/>
            <a:ext cx="5313901" cy="8799776"/>
            <a:chOff x="17611821" y="13534272"/>
            <a:chExt cx="5313901" cy="8799776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AF1C69AB-B1CE-3304-5C4C-0C050ABB655E}"/>
                </a:ext>
              </a:extLst>
            </p:cNvPr>
            <p:cNvGrpSpPr/>
            <p:nvPr/>
          </p:nvGrpSpPr>
          <p:grpSpPr>
            <a:xfrm>
              <a:off x="17611821" y="13534272"/>
              <a:ext cx="5313901" cy="8171569"/>
              <a:chOff x="17611821" y="13230410"/>
              <a:chExt cx="5313901" cy="8171569"/>
            </a:xfrm>
          </p:grpSpPr>
          <p:grpSp>
            <p:nvGrpSpPr>
              <p:cNvPr id="76" name="群組 75">
                <a:extLst>
                  <a:ext uri="{FF2B5EF4-FFF2-40B4-BE49-F238E27FC236}">
                    <a16:creationId xmlns:a16="http://schemas.microsoft.com/office/drawing/2014/main" id="{20A81845-CF2E-64A3-8278-562155E5F518}"/>
                  </a:ext>
                </a:extLst>
              </p:cNvPr>
              <p:cNvGrpSpPr/>
              <p:nvPr/>
            </p:nvGrpSpPr>
            <p:grpSpPr>
              <a:xfrm>
                <a:off x="17611821" y="13230410"/>
                <a:ext cx="5313901" cy="8171569"/>
                <a:chOff x="16228908" y="12171743"/>
                <a:chExt cx="6107607" cy="10020850"/>
              </a:xfrm>
            </p:grpSpPr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3F6FDA06-6049-FF99-370E-74A264488C12}"/>
                    </a:ext>
                  </a:extLst>
                </p:cNvPr>
                <p:cNvSpPr/>
                <p:nvPr/>
              </p:nvSpPr>
              <p:spPr>
                <a:xfrm>
                  <a:off x="16228908" y="19039572"/>
                  <a:ext cx="3486089" cy="3153021"/>
                </a:xfrm>
                <a:prstGeom prst="rect">
                  <a:avLst/>
                </a:prstGeom>
                <a:solidFill>
                  <a:srgbClr val="FFE59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F290398A-54FB-7E3C-28AE-CFF4CAF49D9B}"/>
                    </a:ext>
                  </a:extLst>
                </p:cNvPr>
                <p:cNvSpPr/>
                <p:nvPr/>
              </p:nvSpPr>
              <p:spPr>
                <a:xfrm>
                  <a:off x="17577669" y="12171743"/>
                  <a:ext cx="3329808" cy="3765402"/>
                </a:xfrm>
                <a:prstGeom prst="rect">
                  <a:avLst/>
                </a:prstGeom>
                <a:solidFill>
                  <a:srgbClr val="FFE59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8" name="矩形: 圓角 57">
                  <a:extLst>
                    <a:ext uri="{FF2B5EF4-FFF2-40B4-BE49-F238E27FC236}">
                      <a16:creationId xmlns:a16="http://schemas.microsoft.com/office/drawing/2014/main" id="{DD4CA23E-A9DE-9639-8CB3-68AE0BAC258D}"/>
                    </a:ext>
                  </a:extLst>
                </p:cNvPr>
                <p:cNvSpPr/>
                <p:nvPr/>
              </p:nvSpPr>
              <p:spPr>
                <a:xfrm>
                  <a:off x="16845379" y="14487733"/>
                  <a:ext cx="3160127" cy="179563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zh-TW" altLang="en-US" sz="3200">
                      <a:ea typeface="新細明體"/>
                    </a:rPr>
                    <a:t>Ensemble Model</a:t>
                  </a:r>
                </a:p>
              </p:txBody>
            </p:sp>
            <p:sp>
              <p:nvSpPr>
                <p:cNvPr id="59" name="矩形: 圓角 58">
                  <a:extLst>
                    <a:ext uri="{FF2B5EF4-FFF2-40B4-BE49-F238E27FC236}">
                      <a16:creationId xmlns:a16="http://schemas.microsoft.com/office/drawing/2014/main" id="{E50C9404-EB14-D366-F0D0-EFFE6664EEF6}"/>
                    </a:ext>
                  </a:extLst>
                </p:cNvPr>
                <p:cNvSpPr/>
                <p:nvPr/>
              </p:nvSpPr>
              <p:spPr>
                <a:xfrm>
                  <a:off x="19176388" y="17074584"/>
                  <a:ext cx="3160127" cy="74383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zh-TW" altLang="en-US" sz="3200">
                      <a:ea typeface="新細明體"/>
                    </a:rPr>
                    <a:t>SARIMAX</a:t>
                  </a:r>
                  <a:endParaRPr lang="zh-TW" altLang="en-US" sz="3200"/>
                </a:p>
              </p:txBody>
            </p:sp>
            <p:sp>
              <p:nvSpPr>
                <p:cNvPr id="60" name="矩形: 圓角 59">
                  <a:extLst>
                    <a:ext uri="{FF2B5EF4-FFF2-40B4-BE49-F238E27FC236}">
                      <a16:creationId xmlns:a16="http://schemas.microsoft.com/office/drawing/2014/main" id="{934FEE36-CA73-94F7-F1FC-ED375D99887A}"/>
                    </a:ext>
                  </a:extLst>
                </p:cNvPr>
                <p:cNvSpPr/>
                <p:nvPr/>
              </p:nvSpPr>
              <p:spPr>
                <a:xfrm>
                  <a:off x="16845381" y="18723345"/>
                  <a:ext cx="3160126" cy="179563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zh-TW" altLang="en-US" sz="3600">
                      <a:ea typeface="新細明體"/>
                    </a:rPr>
                    <a:t>Hybrid forecast</a:t>
                  </a:r>
                </a:p>
              </p:txBody>
            </p:sp>
            <p:pic>
              <p:nvPicPr>
                <p:cNvPr id="74" name="圖形 73" descr="取得 以實心填滿">
                  <a:extLst>
                    <a:ext uri="{FF2B5EF4-FFF2-40B4-BE49-F238E27FC236}">
                      <a16:creationId xmlns:a16="http://schemas.microsoft.com/office/drawing/2014/main" id="{1AC8C37C-6778-49C5-53A8-DD35DD507B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17181719" y="16129922"/>
                  <a:ext cx="2790579" cy="2819005"/>
                </a:xfrm>
                <a:prstGeom prst="rect">
                  <a:avLst/>
                </a:prstGeom>
              </p:spPr>
            </p:pic>
          </p:grp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F8777D7-8617-9632-3AF0-E71AECA0FE2C}"/>
                  </a:ext>
                </a:extLst>
              </p:cNvPr>
              <p:cNvSpPr txBox="1"/>
              <p:nvPr/>
            </p:nvSpPr>
            <p:spPr>
              <a:xfrm>
                <a:off x="19263624" y="13270074"/>
                <a:ext cx="2309101" cy="18470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 sz="2800">
                    <a:solidFill>
                      <a:srgbClr val="0B4B92"/>
                    </a:solidFill>
                    <a:ea typeface="新細明體"/>
                  </a:rPr>
                  <a:t>Ridge*0.1+ Lasso*0.8 + Elastic*0.1+XGB*0</a:t>
                </a:r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71DBEC0-9268-6FD8-5933-9830E9815D5D}"/>
                </a:ext>
              </a:extLst>
            </p:cNvPr>
            <p:cNvSpPr txBox="1"/>
            <p:nvPr/>
          </p:nvSpPr>
          <p:spPr>
            <a:xfrm>
              <a:off x="18033415" y="20425833"/>
              <a:ext cx="2582890" cy="19082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altLang="zh-TW" sz="2400">
                  <a:solidFill>
                    <a:srgbClr val="0B4B92"/>
                  </a:solidFill>
                  <a:ea typeface="新細明體"/>
                </a:rPr>
                <a:t>0.4*SARIMAX + 0.4*Ensemble + 0.2*</a:t>
              </a:r>
              <a:r>
                <a:rPr lang="en-US" altLang="zh-TW" sz="2400" err="1">
                  <a:solidFill>
                    <a:srgbClr val="0B4B92"/>
                  </a:solidFill>
                  <a:ea typeface="新細明體"/>
                </a:rPr>
                <a:t>cyc_adj</a:t>
              </a:r>
              <a:endParaRPr lang="en-US" altLang="zh-TW" sz="2400">
                <a:solidFill>
                  <a:srgbClr val="0B4B92"/>
                </a:solidFill>
                <a:ea typeface="新細明體"/>
              </a:endParaRPr>
            </a:p>
            <a:p>
              <a:pPr algn="l"/>
              <a:endParaRPr lang="zh-TW" altLang="en-US">
                <a:ea typeface="新細明體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CFF9FEB-CCB8-B11D-C5CC-411E3AAE24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84" y="16782719"/>
            <a:ext cx="10060810" cy="4928457"/>
          </a:xfrm>
          <a:prstGeom prst="rect">
            <a:avLst/>
          </a:prstGeom>
        </p:spPr>
      </p:pic>
      <p:pic>
        <p:nvPicPr>
          <p:cNvPr id="23" name="圖片 22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6CF1B176-CA14-C1AA-0C29-371939A771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84134" y="3304805"/>
            <a:ext cx="10843556" cy="4910314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0AD814C2-77EB-631E-5948-C1E8A09AEB87}"/>
              </a:ext>
            </a:extLst>
          </p:cNvPr>
          <p:cNvSpPr txBox="1"/>
          <p:nvPr/>
        </p:nvSpPr>
        <p:spPr>
          <a:xfrm>
            <a:off x="28838948" y="8945968"/>
            <a:ext cx="371716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Model Performance</a:t>
            </a:r>
            <a:endParaRPr lang="zh-TW" altLang="en-US" sz="2400" b="1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Test MAE: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1.14</a:t>
            </a: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Directional Accuracy: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93%</a:t>
            </a:r>
          </a:p>
          <a:p>
            <a:pPr marL="285750" indent="-28575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RMSE:</a:t>
            </a:r>
            <a:r>
              <a:rPr lang="zh-TW" alt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1.48</a:t>
            </a:r>
          </a:p>
          <a:p>
            <a:endParaRPr lang="zh-TW" altLang="en-US" sz="2400">
              <a:solidFill>
                <a:schemeClr val="bg1"/>
              </a:solidFill>
              <a:latin typeface="Century Gothic" panose="020B0502020202020204"/>
              <a:ea typeface="新細明體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D3216E5-8D47-1BCA-2750-5DDF0E44067A}"/>
              </a:ext>
            </a:extLst>
          </p:cNvPr>
          <p:cNvSpPr txBox="1"/>
          <p:nvPr/>
        </p:nvSpPr>
        <p:spPr>
          <a:xfrm>
            <a:off x="21870708" y="16935394"/>
            <a:ext cx="6088073" cy="4555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Revenue Forecast (10 Quarters)</a:t>
            </a:r>
            <a:endParaRPr lang="zh-TW" sz="2400" b="1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Historical revenue exhibits cyclical but upward momentum, especially post-2021 expansion cycles.</a:t>
            </a:r>
            <a:endParaRPr lang="zh-TW" altLang="en-US" sz="2400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The model predicts strong revenue expansion:</a:t>
            </a: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 Starting point: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$1.7B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(2026)</a:t>
            </a:r>
          </a:p>
          <a:p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 End of horizon: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$2.4–2.6B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(2027–2028)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The projection reflects expectations of continued OSAT demand growth, capacity utilization recovery, and general market expansion.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A826459-7DAC-60DE-59E7-8182401606A4}"/>
              </a:ext>
            </a:extLst>
          </p:cNvPr>
          <p:cNvSpPr txBox="1"/>
          <p:nvPr/>
        </p:nvSpPr>
        <p:spPr>
          <a:xfrm>
            <a:off x="27971512" y="17200181"/>
            <a:ext cx="445445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Forecast Statistics</a:t>
            </a:r>
            <a:endParaRPr lang="zh-TW" altLang="en-US" sz="2400" b="1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Total Growth: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31.43%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over 10 quarters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Average QoQ Growth: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3.56%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9AAE168-184E-3904-0577-968A628BADB2}"/>
              </a:ext>
            </a:extLst>
          </p:cNvPr>
          <p:cNvSpPr txBox="1"/>
          <p:nvPr/>
        </p:nvSpPr>
        <p:spPr>
          <a:xfrm>
            <a:off x="27980965" y="19167673"/>
            <a:ext cx="29298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Model Performance</a:t>
            </a:r>
            <a:endParaRPr lang="zh-TW" altLang="en-US" sz="2400" b="1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R²: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0.93</a:t>
            </a:r>
            <a:endParaRPr lang="en-US" altLang="zh-TW" sz="2400" b="1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MAPE: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2.88%</a:t>
            </a:r>
          </a:p>
          <a:p>
            <a:pPr marL="285750" indent="-285750">
              <a:buFont typeface="Arial"/>
              <a:buChar char="•"/>
            </a:pPr>
            <a:endParaRPr lang="en-US" altLang="zh-TW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</p:txBody>
      </p:sp>
      <p:pic>
        <p:nvPicPr>
          <p:cNvPr id="13" name="Picture 12" descr="A blue circle with green and blue text&#10;&#10;AI-generated content may be incorrect.">
            <a:extLst>
              <a:ext uri="{FF2B5EF4-FFF2-40B4-BE49-F238E27FC236}">
                <a16:creationId xmlns:a16="http://schemas.microsoft.com/office/drawing/2014/main" id="{6C267026-89A1-991B-10C8-B7FA9BDCDF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2034" y="7247708"/>
            <a:ext cx="3374607" cy="273367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76BAA0C-9B18-F747-7F86-D6B4E7647922}"/>
              </a:ext>
            </a:extLst>
          </p:cNvPr>
          <p:cNvSpPr txBox="1"/>
          <p:nvPr/>
        </p:nvSpPr>
        <p:spPr>
          <a:xfrm>
            <a:off x="21893308" y="8249625"/>
            <a:ext cx="668432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ROIC–WACC Spread Forecast (10 Quarters)</a:t>
            </a:r>
            <a:endParaRPr lang="zh-TW" altLang="en-US" sz="2400" b="1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All scenarios show a gradual recovery from </a:t>
            </a:r>
            <a:r>
              <a:rPr lang="en-US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negative spreads</a:t>
            </a: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(ROIC &lt; WACC → value destruction).</a:t>
            </a:r>
            <a:endParaRPr lang="zh-TW" altLang="en-US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The </a:t>
            </a:r>
            <a:r>
              <a:rPr lang="en-US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optimistic scenario</a:t>
            </a: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is the only path that turns positive, crossing above zero around </a:t>
            </a:r>
            <a:r>
              <a:rPr lang="en-US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2027 Q4</a:t>
            </a: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.</a:t>
            </a:r>
            <a:endParaRPr lang="zh-TW" altLang="en-US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The </a:t>
            </a:r>
            <a:r>
              <a:rPr lang="en-US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base</a:t>
            </a: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and </a:t>
            </a:r>
            <a:r>
              <a:rPr lang="en-US" sz="2400" b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pessimistic</a:t>
            </a:r>
            <a:r>
              <a:rPr lang="en-US" sz="24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scenarios remain below zero, signaling ongoing pressure on value creation.</a:t>
            </a:r>
            <a:endParaRPr lang="en-US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zh-TW" altLang="en-US" sz="2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68" name="文字方塊 33">
            <a:extLst>
              <a:ext uri="{FF2B5EF4-FFF2-40B4-BE49-F238E27FC236}">
                <a16:creationId xmlns:a16="http://schemas.microsoft.com/office/drawing/2014/main" id="{8E4CE8CE-77E1-E86C-7B9C-C66D6C0C370E}"/>
              </a:ext>
            </a:extLst>
          </p:cNvPr>
          <p:cNvSpPr txBox="1"/>
          <p:nvPr/>
        </p:nvSpPr>
        <p:spPr>
          <a:xfrm>
            <a:off x="10829798" y="16957053"/>
            <a:ext cx="664354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AMKR underperformed in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2023–2024 (-8.3%, -2.9%)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due to weak demand in its core markets, slower adoption of advanced packaging, and intensifying competition from both OSAT peers and in-house foundry packaging.</a:t>
            </a:r>
            <a:endParaRPr lang="zh-TW" altLang="en-US" sz="2400">
              <a:solidFill>
                <a:schemeClr val="bg1"/>
              </a:solidFill>
              <a:latin typeface="Times New Roman"/>
              <a:ea typeface="新細明體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AMKR’s growth returns in </a:t>
            </a:r>
            <a:r>
              <a:rPr lang="en-US" alt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2025 (5.3%)</a:t>
            </a:r>
            <a:r>
              <a:rPr lang="en-US" altLang="zh-TW" sz="240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 as demand stabilizes across its core customers and as the company begins increasing utilization in advanced packaging, allowing it to partially participate in the AI-driven industry rebound.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02E1C6E8-798F-6B49-6BA1-347C595F2F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9350" y="3301902"/>
            <a:ext cx="9934588" cy="4900616"/>
          </a:xfrm>
          <a:prstGeom prst="rect">
            <a:avLst/>
          </a:prstGeom>
        </p:spPr>
      </p:pic>
      <p:sp>
        <p:nvSpPr>
          <p:cNvPr id="3" name="文字方塊 33">
            <a:extLst>
              <a:ext uri="{FF2B5EF4-FFF2-40B4-BE49-F238E27FC236}">
                <a16:creationId xmlns:a16="http://schemas.microsoft.com/office/drawing/2014/main" id="{513971FF-35E0-69C2-2BE4-89268EFAECF2}"/>
              </a:ext>
            </a:extLst>
          </p:cNvPr>
          <p:cNvSpPr txBox="1"/>
          <p:nvPr/>
        </p:nvSpPr>
        <p:spPr>
          <a:xfrm>
            <a:off x="11083485" y="8944521"/>
            <a:ext cx="6663907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Packaging Revenue Growth:</a:t>
            </a:r>
            <a:endParaRPr lang="en-US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Strong 2025 recovery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- AMKR leads with 20.0% growth vs ASE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(6.3%) 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PTI (5.5%)</a:t>
            </a:r>
            <a:endParaRPr lang="en-US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2023 downturn - AMKR hit lowest at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-18.7%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, worse than competitors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Most volatile - largest swings from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-18.7% to +20.0%</a:t>
            </a:r>
            <a:endParaRPr lang="en-US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2022 start weak - only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4.0%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vs PTI's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17.5%</a:t>
            </a:r>
            <a:endParaRPr lang="en-US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sz="2400" b="1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Testing Revenue Growth:</a:t>
            </a: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Exceptional 2025 - AMKR surges to 33.4%, far exceeding all competitors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Deepest 2023 decline - dropped to </a:t>
            </a: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-17.0%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, underperforming peers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Highest volatility - 50+ percentage point swing from trough to peak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Outpacing market - 2025 growth 4-9x higher than ASE and PTI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6164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26C5F0-882A-450B-987F-75AAAAE5B145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Mesh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24x36</dc:title>
  <dc:creator>Jay Larson</dc:creator>
  <dc:description>Quality poster printing
www.genigraphics.com
1-800-790-4001</dc:description>
  <cp:revision>1</cp:revision>
  <cp:lastPrinted>2013-02-12T02:21:55Z</cp:lastPrinted>
  <dcterms:created xsi:type="dcterms:W3CDTF">2013-02-10T21:14:48Z</dcterms:created>
  <dcterms:modified xsi:type="dcterms:W3CDTF">2025-12-01T23:57:56Z</dcterms:modified>
</cp:coreProperties>
</file>